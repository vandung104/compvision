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notesMasterIdLst>
    <p:notesMasterId r:id="rId3"/>
  </p:notesMasterIdLst>
  <p:sldIdLst>
    <p:sldId id="273" r:id="rId2"/>
  </p:sldIdLst>
  <p:sldSz cx="309594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E0FF"/>
    <a:srgbClr val="505F73"/>
    <a:srgbClr val="CCD5E5"/>
    <a:srgbClr val="E4F8F6"/>
    <a:srgbClr val="B8D4EE"/>
    <a:srgbClr val="44546A"/>
    <a:srgbClr val="EDEDED"/>
    <a:srgbClr val="E0EBF7"/>
    <a:srgbClr val="FF9F9F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7" autoAdjust="0"/>
    <p:restoredTop sz="93772" autoAdjust="0"/>
  </p:normalViewPr>
  <p:slideViewPr>
    <p:cSldViewPr snapToGrid="0" showGuides="1">
      <p:cViewPr>
        <p:scale>
          <a:sx n="33" d="100"/>
          <a:sy n="33" d="100"/>
        </p:scale>
        <p:origin x="902" y="-8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7EAA9-DB38-4B73-85A4-90C9561D5EF6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954213" y="1143000"/>
            <a:ext cx="2949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93777-486E-4ADC-B93B-CE26B8B2A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670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1pPr>
    <a:lvl2pPr marL="996203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2pPr>
    <a:lvl3pPr marL="1992406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3pPr>
    <a:lvl4pPr marL="2988610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4pPr>
    <a:lvl5pPr marL="3984811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5pPr>
    <a:lvl6pPr marL="4981015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6pPr>
    <a:lvl7pPr marL="5977217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7pPr>
    <a:lvl8pPr marL="6973422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8pPr>
    <a:lvl9pPr marL="7969624" algn="l" defTabSz="1992406" rtl="0" eaLnBrk="1" latinLnBrk="0" hangingPunct="1">
      <a:defRPr sz="26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78327f1586_0_1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0700" y="685800"/>
            <a:ext cx="3276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78327f1586_0_1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721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21957" y="5302386"/>
            <a:ext cx="26315511" cy="11279752"/>
          </a:xfrm>
        </p:spPr>
        <p:txBody>
          <a:bodyPr anchor="b"/>
          <a:lstStyle>
            <a:lvl1pPr algn="ctr">
              <a:defRPr sz="20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69928" y="17017128"/>
            <a:ext cx="23219569" cy="7822326"/>
          </a:xfrm>
        </p:spPr>
        <p:txBody>
          <a:bodyPr/>
          <a:lstStyle>
            <a:lvl1pPr marL="0" indent="0" algn="ctr">
              <a:buNone/>
              <a:defRPr sz="8126"/>
            </a:lvl1pPr>
            <a:lvl2pPr marL="1547988" indent="0" algn="ctr">
              <a:buNone/>
              <a:defRPr sz="6772"/>
            </a:lvl2pPr>
            <a:lvl3pPr marL="3095976" indent="0" algn="ctr">
              <a:buNone/>
              <a:defRPr sz="6094"/>
            </a:lvl3pPr>
            <a:lvl4pPr marL="4643963" indent="0" algn="ctr">
              <a:buNone/>
              <a:defRPr sz="5417"/>
            </a:lvl4pPr>
            <a:lvl5pPr marL="6191951" indent="0" algn="ctr">
              <a:buNone/>
              <a:defRPr sz="5417"/>
            </a:lvl5pPr>
            <a:lvl6pPr marL="7739939" indent="0" algn="ctr">
              <a:buNone/>
              <a:defRPr sz="5417"/>
            </a:lvl6pPr>
            <a:lvl7pPr marL="9287927" indent="0" algn="ctr">
              <a:buNone/>
              <a:defRPr sz="5417"/>
            </a:lvl7pPr>
            <a:lvl8pPr marL="10835914" indent="0" algn="ctr">
              <a:buNone/>
              <a:defRPr sz="5417"/>
            </a:lvl8pPr>
            <a:lvl9pPr marL="12383902" indent="0" algn="ctr">
              <a:buNone/>
              <a:defRPr sz="541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3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5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337" y="8077332"/>
            <a:ext cx="26702504" cy="13477201"/>
          </a:xfrm>
        </p:spPr>
        <p:txBody>
          <a:bodyPr anchor="b"/>
          <a:lstStyle>
            <a:lvl1pPr>
              <a:defRPr sz="20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337" y="21682033"/>
            <a:ext cx="26702504" cy="7087342"/>
          </a:xfrm>
        </p:spPr>
        <p:txBody>
          <a:bodyPr/>
          <a:lstStyle>
            <a:lvl1pPr marL="0" indent="0">
              <a:buNone/>
              <a:defRPr sz="8126">
                <a:solidFill>
                  <a:schemeClr val="tx1"/>
                </a:solidFill>
              </a:defRPr>
            </a:lvl1pPr>
            <a:lvl2pPr marL="1547988" indent="0">
              <a:buNone/>
              <a:defRPr sz="6772">
                <a:solidFill>
                  <a:schemeClr val="tx1">
                    <a:tint val="75000"/>
                  </a:schemeClr>
                </a:solidFill>
              </a:defRPr>
            </a:lvl2pPr>
            <a:lvl3pPr marL="3095976" indent="0">
              <a:buNone/>
              <a:defRPr sz="6094">
                <a:solidFill>
                  <a:schemeClr val="tx1">
                    <a:tint val="75000"/>
                  </a:schemeClr>
                </a:solidFill>
              </a:defRPr>
            </a:lvl3pPr>
            <a:lvl4pPr marL="4643963" indent="0">
              <a:buNone/>
              <a:defRPr sz="5417">
                <a:solidFill>
                  <a:schemeClr val="tx1">
                    <a:tint val="75000"/>
                  </a:schemeClr>
                </a:solidFill>
              </a:defRPr>
            </a:lvl4pPr>
            <a:lvl5pPr marL="6191951" indent="0">
              <a:buNone/>
              <a:defRPr sz="5417">
                <a:solidFill>
                  <a:schemeClr val="tx1">
                    <a:tint val="75000"/>
                  </a:schemeClr>
                </a:solidFill>
              </a:defRPr>
            </a:lvl5pPr>
            <a:lvl6pPr marL="7739939" indent="0">
              <a:buNone/>
              <a:defRPr sz="5417">
                <a:solidFill>
                  <a:schemeClr val="tx1">
                    <a:tint val="75000"/>
                  </a:schemeClr>
                </a:solidFill>
              </a:defRPr>
            </a:lvl6pPr>
            <a:lvl7pPr marL="9287927" indent="0">
              <a:buNone/>
              <a:defRPr sz="5417">
                <a:solidFill>
                  <a:schemeClr val="tx1">
                    <a:tint val="75000"/>
                  </a:schemeClr>
                </a:solidFill>
              </a:defRPr>
            </a:lvl7pPr>
            <a:lvl8pPr marL="10835914" indent="0">
              <a:buNone/>
              <a:defRPr sz="5417">
                <a:solidFill>
                  <a:schemeClr val="tx1">
                    <a:tint val="75000"/>
                  </a:schemeClr>
                </a:solidFill>
              </a:defRPr>
            </a:lvl8pPr>
            <a:lvl9pPr marL="12383902" indent="0">
              <a:buNone/>
              <a:defRPr sz="54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097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28460" y="8624810"/>
            <a:ext cx="13157756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673209" y="8624810"/>
            <a:ext cx="13157756" cy="2055705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14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493" y="1724969"/>
            <a:ext cx="26702504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2496" y="7942328"/>
            <a:ext cx="13097286" cy="3892412"/>
          </a:xfrm>
        </p:spPr>
        <p:txBody>
          <a:bodyPr anchor="b"/>
          <a:lstStyle>
            <a:lvl1pPr marL="0" indent="0">
              <a:buNone/>
              <a:defRPr sz="8126" b="1"/>
            </a:lvl1pPr>
            <a:lvl2pPr marL="1547988" indent="0">
              <a:buNone/>
              <a:defRPr sz="6772" b="1"/>
            </a:lvl2pPr>
            <a:lvl3pPr marL="3095976" indent="0">
              <a:buNone/>
              <a:defRPr sz="6094" b="1"/>
            </a:lvl3pPr>
            <a:lvl4pPr marL="4643963" indent="0">
              <a:buNone/>
              <a:defRPr sz="5417" b="1"/>
            </a:lvl4pPr>
            <a:lvl5pPr marL="6191951" indent="0">
              <a:buNone/>
              <a:defRPr sz="5417" b="1"/>
            </a:lvl5pPr>
            <a:lvl6pPr marL="7739939" indent="0">
              <a:buNone/>
              <a:defRPr sz="5417" b="1"/>
            </a:lvl6pPr>
            <a:lvl7pPr marL="9287927" indent="0">
              <a:buNone/>
              <a:defRPr sz="5417" b="1"/>
            </a:lvl7pPr>
            <a:lvl8pPr marL="10835914" indent="0">
              <a:buNone/>
              <a:defRPr sz="5417" b="1"/>
            </a:lvl8pPr>
            <a:lvl9pPr marL="12383902" indent="0">
              <a:buNone/>
              <a:defRPr sz="541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32496" y="11834740"/>
            <a:ext cx="13097286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673211" y="7942328"/>
            <a:ext cx="13161788" cy="3892412"/>
          </a:xfrm>
        </p:spPr>
        <p:txBody>
          <a:bodyPr anchor="b"/>
          <a:lstStyle>
            <a:lvl1pPr marL="0" indent="0">
              <a:buNone/>
              <a:defRPr sz="8126" b="1"/>
            </a:lvl1pPr>
            <a:lvl2pPr marL="1547988" indent="0">
              <a:buNone/>
              <a:defRPr sz="6772" b="1"/>
            </a:lvl2pPr>
            <a:lvl3pPr marL="3095976" indent="0">
              <a:buNone/>
              <a:defRPr sz="6094" b="1"/>
            </a:lvl3pPr>
            <a:lvl4pPr marL="4643963" indent="0">
              <a:buNone/>
              <a:defRPr sz="5417" b="1"/>
            </a:lvl4pPr>
            <a:lvl5pPr marL="6191951" indent="0">
              <a:buNone/>
              <a:defRPr sz="5417" b="1"/>
            </a:lvl5pPr>
            <a:lvl6pPr marL="7739939" indent="0">
              <a:buNone/>
              <a:defRPr sz="5417" b="1"/>
            </a:lvl6pPr>
            <a:lvl7pPr marL="9287927" indent="0">
              <a:buNone/>
              <a:defRPr sz="5417" b="1"/>
            </a:lvl7pPr>
            <a:lvl8pPr marL="10835914" indent="0">
              <a:buNone/>
              <a:defRPr sz="5417" b="1"/>
            </a:lvl8pPr>
            <a:lvl9pPr marL="12383902" indent="0">
              <a:buNone/>
              <a:defRPr sz="541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673211" y="11834740"/>
            <a:ext cx="13161788" cy="174071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425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4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385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493" y="2159952"/>
            <a:ext cx="9985220" cy="7559834"/>
          </a:xfrm>
        </p:spPr>
        <p:txBody>
          <a:bodyPr anchor="b"/>
          <a:lstStyle>
            <a:lvl1pPr>
              <a:defRPr sz="10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61788" y="4664905"/>
            <a:ext cx="15673209" cy="23024494"/>
          </a:xfrm>
        </p:spPr>
        <p:txBody>
          <a:bodyPr/>
          <a:lstStyle>
            <a:lvl1pPr>
              <a:defRPr sz="10835"/>
            </a:lvl1pPr>
            <a:lvl2pPr>
              <a:defRPr sz="9480"/>
            </a:lvl2pPr>
            <a:lvl3pPr>
              <a:defRPr sz="8126"/>
            </a:lvl3pPr>
            <a:lvl4pPr>
              <a:defRPr sz="6772"/>
            </a:lvl4pPr>
            <a:lvl5pPr>
              <a:defRPr sz="6772"/>
            </a:lvl5pPr>
            <a:lvl6pPr>
              <a:defRPr sz="6772"/>
            </a:lvl6pPr>
            <a:lvl7pPr>
              <a:defRPr sz="6772"/>
            </a:lvl7pPr>
            <a:lvl8pPr>
              <a:defRPr sz="6772"/>
            </a:lvl8pPr>
            <a:lvl9pPr>
              <a:defRPr sz="677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493" y="9719786"/>
            <a:ext cx="9985220" cy="18007107"/>
          </a:xfrm>
        </p:spPr>
        <p:txBody>
          <a:bodyPr/>
          <a:lstStyle>
            <a:lvl1pPr marL="0" indent="0">
              <a:buNone/>
              <a:defRPr sz="5417"/>
            </a:lvl1pPr>
            <a:lvl2pPr marL="1547988" indent="0">
              <a:buNone/>
              <a:defRPr sz="4740"/>
            </a:lvl2pPr>
            <a:lvl3pPr marL="3095976" indent="0">
              <a:buNone/>
              <a:defRPr sz="4063"/>
            </a:lvl3pPr>
            <a:lvl4pPr marL="4643963" indent="0">
              <a:buNone/>
              <a:defRPr sz="3386"/>
            </a:lvl4pPr>
            <a:lvl5pPr marL="6191951" indent="0">
              <a:buNone/>
              <a:defRPr sz="3386"/>
            </a:lvl5pPr>
            <a:lvl6pPr marL="7739939" indent="0">
              <a:buNone/>
              <a:defRPr sz="3386"/>
            </a:lvl6pPr>
            <a:lvl7pPr marL="9287927" indent="0">
              <a:buNone/>
              <a:defRPr sz="3386"/>
            </a:lvl7pPr>
            <a:lvl8pPr marL="10835914" indent="0">
              <a:buNone/>
              <a:defRPr sz="3386"/>
            </a:lvl8pPr>
            <a:lvl9pPr marL="12383902" indent="0">
              <a:buNone/>
              <a:defRPr sz="33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59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2493" y="2159952"/>
            <a:ext cx="9985220" cy="7559834"/>
          </a:xfrm>
        </p:spPr>
        <p:txBody>
          <a:bodyPr anchor="b"/>
          <a:lstStyle>
            <a:lvl1pPr>
              <a:defRPr sz="1083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161788" y="4664905"/>
            <a:ext cx="15673209" cy="23024494"/>
          </a:xfrm>
        </p:spPr>
        <p:txBody>
          <a:bodyPr anchor="t"/>
          <a:lstStyle>
            <a:lvl1pPr marL="0" indent="0">
              <a:buNone/>
              <a:defRPr sz="10835"/>
            </a:lvl1pPr>
            <a:lvl2pPr marL="1547988" indent="0">
              <a:buNone/>
              <a:defRPr sz="9480"/>
            </a:lvl2pPr>
            <a:lvl3pPr marL="3095976" indent="0">
              <a:buNone/>
              <a:defRPr sz="8126"/>
            </a:lvl3pPr>
            <a:lvl4pPr marL="4643963" indent="0">
              <a:buNone/>
              <a:defRPr sz="6772"/>
            </a:lvl4pPr>
            <a:lvl5pPr marL="6191951" indent="0">
              <a:buNone/>
              <a:defRPr sz="6772"/>
            </a:lvl5pPr>
            <a:lvl6pPr marL="7739939" indent="0">
              <a:buNone/>
              <a:defRPr sz="6772"/>
            </a:lvl6pPr>
            <a:lvl7pPr marL="9287927" indent="0">
              <a:buNone/>
              <a:defRPr sz="6772"/>
            </a:lvl7pPr>
            <a:lvl8pPr marL="10835914" indent="0">
              <a:buNone/>
              <a:defRPr sz="6772"/>
            </a:lvl8pPr>
            <a:lvl9pPr marL="12383902" indent="0">
              <a:buNone/>
              <a:defRPr sz="677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2493" y="9719786"/>
            <a:ext cx="9985220" cy="18007107"/>
          </a:xfrm>
        </p:spPr>
        <p:txBody>
          <a:bodyPr/>
          <a:lstStyle>
            <a:lvl1pPr marL="0" indent="0">
              <a:buNone/>
              <a:defRPr sz="5417"/>
            </a:lvl1pPr>
            <a:lvl2pPr marL="1547988" indent="0">
              <a:buNone/>
              <a:defRPr sz="4740"/>
            </a:lvl2pPr>
            <a:lvl3pPr marL="3095976" indent="0">
              <a:buNone/>
              <a:defRPr sz="4063"/>
            </a:lvl3pPr>
            <a:lvl4pPr marL="4643963" indent="0">
              <a:buNone/>
              <a:defRPr sz="3386"/>
            </a:lvl4pPr>
            <a:lvl5pPr marL="6191951" indent="0">
              <a:buNone/>
              <a:defRPr sz="3386"/>
            </a:lvl5pPr>
            <a:lvl6pPr marL="7739939" indent="0">
              <a:buNone/>
              <a:defRPr sz="3386"/>
            </a:lvl6pPr>
            <a:lvl7pPr marL="9287927" indent="0">
              <a:buNone/>
              <a:defRPr sz="3386"/>
            </a:lvl7pPr>
            <a:lvl8pPr marL="10835914" indent="0">
              <a:buNone/>
              <a:defRPr sz="3386"/>
            </a:lvl8pPr>
            <a:lvl9pPr marL="12383902" indent="0">
              <a:buNone/>
              <a:defRPr sz="338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894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404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2155340" y="1724962"/>
            <a:ext cx="6675626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28462" y="1724962"/>
            <a:ext cx="19639885" cy="274568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584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055347" y="2803260"/>
            <a:ext cx="28848738" cy="360747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055347" y="7259526"/>
            <a:ext cx="28848738" cy="215201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975452" lvl="0" indent="-731588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950900" lvl="1" indent="-677396">
              <a:spcBef>
                <a:spcPts val="3412"/>
              </a:spcBef>
              <a:spcAft>
                <a:spcPts val="0"/>
              </a:spcAft>
              <a:buSzPts val="1400"/>
              <a:buChar char="○"/>
              <a:defRPr/>
            </a:lvl2pPr>
            <a:lvl3pPr marL="2926352" lvl="2" indent="-677396">
              <a:spcBef>
                <a:spcPts val="3412"/>
              </a:spcBef>
              <a:spcAft>
                <a:spcPts val="0"/>
              </a:spcAft>
              <a:buSzPts val="1400"/>
              <a:buChar char="■"/>
              <a:defRPr/>
            </a:lvl3pPr>
            <a:lvl4pPr marL="3901802" lvl="3" indent="-677396">
              <a:spcBef>
                <a:spcPts val="3412"/>
              </a:spcBef>
              <a:spcAft>
                <a:spcPts val="0"/>
              </a:spcAft>
              <a:buSzPts val="1400"/>
              <a:buChar char="●"/>
              <a:defRPr/>
            </a:lvl4pPr>
            <a:lvl5pPr marL="4877252" lvl="4" indent="-677396">
              <a:spcBef>
                <a:spcPts val="3412"/>
              </a:spcBef>
              <a:spcAft>
                <a:spcPts val="0"/>
              </a:spcAft>
              <a:buSzPts val="1400"/>
              <a:buChar char="○"/>
              <a:defRPr/>
            </a:lvl5pPr>
            <a:lvl6pPr marL="5852704" lvl="5" indent="-677396">
              <a:spcBef>
                <a:spcPts val="3412"/>
              </a:spcBef>
              <a:spcAft>
                <a:spcPts val="0"/>
              </a:spcAft>
              <a:buSzPts val="1400"/>
              <a:buChar char="■"/>
              <a:defRPr/>
            </a:lvl6pPr>
            <a:lvl7pPr marL="6828154" lvl="6" indent="-677396">
              <a:spcBef>
                <a:spcPts val="3412"/>
              </a:spcBef>
              <a:spcAft>
                <a:spcPts val="0"/>
              </a:spcAft>
              <a:buSzPts val="1400"/>
              <a:buChar char="●"/>
              <a:defRPr/>
            </a:lvl7pPr>
            <a:lvl8pPr marL="7803604" lvl="7" indent="-677396">
              <a:spcBef>
                <a:spcPts val="3412"/>
              </a:spcBef>
              <a:spcAft>
                <a:spcPts val="0"/>
              </a:spcAft>
              <a:buSzPts val="1400"/>
              <a:buChar char="○"/>
              <a:defRPr/>
            </a:lvl8pPr>
            <a:lvl9pPr marL="8779056" lvl="8" indent="-677396">
              <a:spcBef>
                <a:spcPts val="3412"/>
              </a:spcBef>
              <a:spcAft>
                <a:spcPts val="3412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8685754" y="29373970"/>
            <a:ext cx="1857769" cy="24793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35070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28461" y="1724969"/>
            <a:ext cx="26702504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28461" y="8624810"/>
            <a:ext cx="26702504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28460" y="30029347"/>
            <a:ext cx="6965871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0089-DE20-4222-AA46-3EDAC0BF345A}" type="datetimeFigureOut">
              <a:rPr lang="zh-CN" altLang="en-US" smtClean="0"/>
              <a:t>2025/10/17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55310" y="30029347"/>
            <a:ext cx="10448806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865094" y="30029347"/>
            <a:ext cx="6965871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37B9A-8855-4D97-9105-8FD9632326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65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</p:sldLayoutIdLst>
  <p:txStyles>
    <p:titleStyle>
      <a:lvl1pPr algn="l" defTabSz="3095976" rtl="0" eaLnBrk="1" latinLnBrk="0" hangingPunct="1">
        <a:lnSpc>
          <a:spcPct val="90000"/>
        </a:lnSpc>
        <a:spcBef>
          <a:spcPct val="0"/>
        </a:spcBef>
        <a:buNone/>
        <a:defRPr sz="14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73994" indent="-773994" algn="l" defTabSz="3095976" rtl="0" eaLnBrk="1" latinLnBrk="0" hangingPunct="1">
        <a:lnSpc>
          <a:spcPct val="90000"/>
        </a:lnSpc>
        <a:spcBef>
          <a:spcPts val="3386"/>
        </a:spcBef>
        <a:buFont typeface="Arial" panose="020B0604020202020204" pitchFamily="34" charset="0"/>
        <a:buChar char="•"/>
        <a:defRPr sz="9480" kern="1200">
          <a:solidFill>
            <a:schemeClr val="tx1"/>
          </a:solidFill>
          <a:latin typeface="+mn-lt"/>
          <a:ea typeface="+mn-ea"/>
          <a:cs typeface="+mn-cs"/>
        </a:defRPr>
      </a:lvl1pPr>
      <a:lvl2pPr marL="2321982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8126" kern="1200">
          <a:solidFill>
            <a:schemeClr val="tx1"/>
          </a:solidFill>
          <a:latin typeface="+mn-lt"/>
          <a:ea typeface="+mn-ea"/>
          <a:cs typeface="+mn-cs"/>
        </a:defRPr>
      </a:lvl2pPr>
      <a:lvl3pPr marL="3869969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6772" kern="1200">
          <a:solidFill>
            <a:schemeClr val="tx1"/>
          </a:solidFill>
          <a:latin typeface="+mn-lt"/>
          <a:ea typeface="+mn-ea"/>
          <a:cs typeface="+mn-cs"/>
        </a:defRPr>
      </a:lvl3pPr>
      <a:lvl4pPr marL="5417957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6094" kern="1200">
          <a:solidFill>
            <a:schemeClr val="tx1"/>
          </a:solidFill>
          <a:latin typeface="+mn-lt"/>
          <a:ea typeface="+mn-ea"/>
          <a:cs typeface="+mn-cs"/>
        </a:defRPr>
      </a:lvl4pPr>
      <a:lvl5pPr marL="6965945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6094" kern="1200">
          <a:solidFill>
            <a:schemeClr val="tx1"/>
          </a:solidFill>
          <a:latin typeface="+mn-lt"/>
          <a:ea typeface="+mn-ea"/>
          <a:cs typeface="+mn-cs"/>
        </a:defRPr>
      </a:lvl5pPr>
      <a:lvl6pPr marL="8513933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6094" kern="1200">
          <a:solidFill>
            <a:schemeClr val="tx1"/>
          </a:solidFill>
          <a:latin typeface="+mn-lt"/>
          <a:ea typeface="+mn-ea"/>
          <a:cs typeface="+mn-cs"/>
        </a:defRPr>
      </a:lvl6pPr>
      <a:lvl7pPr marL="10061920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6094" kern="1200">
          <a:solidFill>
            <a:schemeClr val="tx1"/>
          </a:solidFill>
          <a:latin typeface="+mn-lt"/>
          <a:ea typeface="+mn-ea"/>
          <a:cs typeface="+mn-cs"/>
        </a:defRPr>
      </a:lvl7pPr>
      <a:lvl8pPr marL="11609908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6094" kern="1200">
          <a:solidFill>
            <a:schemeClr val="tx1"/>
          </a:solidFill>
          <a:latin typeface="+mn-lt"/>
          <a:ea typeface="+mn-ea"/>
          <a:cs typeface="+mn-cs"/>
        </a:defRPr>
      </a:lvl8pPr>
      <a:lvl9pPr marL="13157896" indent="-773994" algn="l" defTabSz="3095976" rtl="0" eaLnBrk="1" latinLnBrk="0" hangingPunct="1">
        <a:lnSpc>
          <a:spcPct val="90000"/>
        </a:lnSpc>
        <a:spcBef>
          <a:spcPts val="1693"/>
        </a:spcBef>
        <a:buFont typeface="Arial" panose="020B0604020202020204" pitchFamily="34" charset="0"/>
        <a:buChar char="•"/>
        <a:defRPr sz="60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1pPr>
      <a:lvl2pPr marL="1547988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2pPr>
      <a:lvl3pPr marL="3095976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3pPr>
      <a:lvl4pPr marL="4643963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4pPr>
      <a:lvl5pPr marL="6191951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5pPr>
      <a:lvl6pPr marL="7739939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6pPr>
      <a:lvl7pPr marL="9287927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7pPr>
      <a:lvl8pPr marL="10835914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8pPr>
      <a:lvl9pPr marL="12383902" algn="l" defTabSz="3095976" rtl="0" eaLnBrk="1" latinLnBrk="0" hangingPunct="1">
        <a:defRPr sz="60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背景框">
            <a:extLst>
              <a:ext uri="{FF2B5EF4-FFF2-40B4-BE49-F238E27FC236}">
                <a16:creationId xmlns:a16="http://schemas.microsoft.com/office/drawing/2014/main" id="{50AC55C6-6999-4BC4-9DD8-B7F1DE24471B}"/>
              </a:ext>
            </a:extLst>
          </p:cNvPr>
          <p:cNvSpPr/>
          <p:nvPr/>
        </p:nvSpPr>
        <p:spPr>
          <a:xfrm>
            <a:off x="94420" y="899488"/>
            <a:ext cx="30784326" cy="31398609"/>
          </a:xfrm>
          <a:prstGeom prst="roundRect">
            <a:avLst>
              <a:gd name="adj" fmla="val 1387"/>
            </a:avLst>
          </a:prstGeom>
          <a:solidFill>
            <a:schemeClr val="bg1">
              <a:lumMod val="65000"/>
              <a:alpha val="20000"/>
            </a:schemeClr>
          </a:solidFill>
          <a:ln w="76200" cap="flat" cmpd="sng">
            <a:solidFill>
              <a:srgbClr val="DFDFD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endParaRPr lang="zh-CN" altLang="en-US" sz="1760" dirty="0">
              <a:solidFill>
                <a:srgbClr val="96969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0" name="矩形: 圆角 449">
            <a:extLst>
              <a:ext uri="{FF2B5EF4-FFF2-40B4-BE49-F238E27FC236}">
                <a16:creationId xmlns:a16="http://schemas.microsoft.com/office/drawing/2014/main" id="{09C8BC4E-81F9-4707-997B-A3C85FBE6919}"/>
              </a:ext>
            </a:extLst>
          </p:cNvPr>
          <p:cNvSpPr/>
          <p:nvPr/>
        </p:nvSpPr>
        <p:spPr>
          <a:xfrm>
            <a:off x="24076528" y="30427531"/>
            <a:ext cx="1184546" cy="33988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底纹">
            <a:extLst>
              <a:ext uri="{FF2B5EF4-FFF2-40B4-BE49-F238E27FC236}">
                <a16:creationId xmlns:a16="http://schemas.microsoft.com/office/drawing/2014/main" id="{6DD38A54-76B5-4010-8DFC-BE435C6C3809}"/>
              </a:ext>
            </a:extLst>
          </p:cNvPr>
          <p:cNvGrpSpPr/>
          <p:nvPr/>
        </p:nvGrpSpPr>
        <p:grpSpPr>
          <a:xfrm>
            <a:off x="5549326" y="7882570"/>
            <a:ext cx="19402711" cy="23226769"/>
            <a:chOff x="5549326" y="7882570"/>
            <a:chExt cx="19402711" cy="23226769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D33E5488-1CBB-4683-BB12-BCFACDF777FA}"/>
                </a:ext>
              </a:extLst>
            </p:cNvPr>
            <p:cNvSpPr/>
            <p:nvPr/>
          </p:nvSpPr>
          <p:spPr>
            <a:xfrm>
              <a:off x="6045965" y="10254449"/>
              <a:ext cx="762553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3" name="矩形: 圆角 392">
              <a:extLst>
                <a:ext uri="{FF2B5EF4-FFF2-40B4-BE49-F238E27FC236}">
                  <a16:creationId xmlns:a16="http://schemas.microsoft.com/office/drawing/2014/main" id="{6D40FDC5-E97F-4926-931A-82D07D90E29C}"/>
                </a:ext>
              </a:extLst>
            </p:cNvPr>
            <p:cNvSpPr/>
            <p:nvPr/>
          </p:nvSpPr>
          <p:spPr>
            <a:xfrm>
              <a:off x="6059983" y="13116002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4" name="矩形: 圆角 393">
              <a:extLst>
                <a:ext uri="{FF2B5EF4-FFF2-40B4-BE49-F238E27FC236}">
                  <a16:creationId xmlns:a16="http://schemas.microsoft.com/office/drawing/2014/main" id="{F7C2F646-8ED4-4A3C-9812-9F44F0AF1C7D}"/>
                </a:ext>
              </a:extLst>
            </p:cNvPr>
            <p:cNvSpPr/>
            <p:nvPr/>
          </p:nvSpPr>
          <p:spPr>
            <a:xfrm>
              <a:off x="6045592" y="7882570"/>
              <a:ext cx="235294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6" name="矩形: 圆角 395">
              <a:extLst>
                <a:ext uri="{FF2B5EF4-FFF2-40B4-BE49-F238E27FC236}">
                  <a16:creationId xmlns:a16="http://schemas.microsoft.com/office/drawing/2014/main" id="{0FD2C9E8-6DAC-4EC7-92E6-7B0C826E6E4C}"/>
                </a:ext>
              </a:extLst>
            </p:cNvPr>
            <p:cNvSpPr/>
            <p:nvPr/>
          </p:nvSpPr>
          <p:spPr>
            <a:xfrm>
              <a:off x="6067297" y="16012509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7" name="矩形: 圆角 396">
              <a:extLst>
                <a:ext uri="{FF2B5EF4-FFF2-40B4-BE49-F238E27FC236}">
                  <a16:creationId xmlns:a16="http://schemas.microsoft.com/office/drawing/2014/main" id="{71798385-0AB6-4965-9B09-495F33D3AC0A}"/>
                </a:ext>
              </a:extLst>
            </p:cNvPr>
            <p:cNvSpPr/>
            <p:nvPr/>
          </p:nvSpPr>
          <p:spPr>
            <a:xfrm>
              <a:off x="5741716" y="18812868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8" name="矩形: 圆角 397">
              <a:extLst>
                <a:ext uri="{FF2B5EF4-FFF2-40B4-BE49-F238E27FC236}">
                  <a16:creationId xmlns:a16="http://schemas.microsoft.com/office/drawing/2014/main" id="{34782276-1654-443B-A5A2-957A0B098695}"/>
                </a:ext>
              </a:extLst>
            </p:cNvPr>
            <p:cNvSpPr/>
            <p:nvPr/>
          </p:nvSpPr>
          <p:spPr>
            <a:xfrm>
              <a:off x="8067103" y="20079440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9" name="矩形: 圆角 398">
              <a:extLst>
                <a:ext uri="{FF2B5EF4-FFF2-40B4-BE49-F238E27FC236}">
                  <a16:creationId xmlns:a16="http://schemas.microsoft.com/office/drawing/2014/main" id="{0DBCB796-38F9-436F-8B46-CB027267792B}"/>
                </a:ext>
              </a:extLst>
            </p:cNvPr>
            <p:cNvSpPr/>
            <p:nvPr/>
          </p:nvSpPr>
          <p:spPr>
            <a:xfrm>
              <a:off x="5754296" y="21384206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3" name="矩形: 圆角 402">
              <a:extLst>
                <a:ext uri="{FF2B5EF4-FFF2-40B4-BE49-F238E27FC236}">
                  <a16:creationId xmlns:a16="http://schemas.microsoft.com/office/drawing/2014/main" id="{772ACE71-45FD-45DD-A675-AEFEECA272D8}"/>
                </a:ext>
              </a:extLst>
            </p:cNvPr>
            <p:cNvSpPr/>
            <p:nvPr/>
          </p:nvSpPr>
          <p:spPr>
            <a:xfrm>
              <a:off x="5760938" y="23365378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5" name="矩形: 圆角 404">
              <a:extLst>
                <a:ext uri="{FF2B5EF4-FFF2-40B4-BE49-F238E27FC236}">
                  <a16:creationId xmlns:a16="http://schemas.microsoft.com/office/drawing/2014/main" id="{09A88B47-9F6A-46FE-AD66-5EBD646D6062}"/>
                </a:ext>
              </a:extLst>
            </p:cNvPr>
            <p:cNvSpPr/>
            <p:nvPr/>
          </p:nvSpPr>
          <p:spPr>
            <a:xfrm>
              <a:off x="8086751" y="24117785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6" name="矩形: 圆角 405">
              <a:extLst>
                <a:ext uri="{FF2B5EF4-FFF2-40B4-BE49-F238E27FC236}">
                  <a16:creationId xmlns:a16="http://schemas.microsoft.com/office/drawing/2014/main" id="{781F4DC8-33A8-4E05-9AE2-899936008EF5}"/>
                </a:ext>
              </a:extLst>
            </p:cNvPr>
            <p:cNvSpPr/>
            <p:nvPr/>
          </p:nvSpPr>
          <p:spPr>
            <a:xfrm>
              <a:off x="5751343" y="26900880"/>
              <a:ext cx="1184546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4" name="矩形: 圆角 403">
              <a:extLst>
                <a:ext uri="{FF2B5EF4-FFF2-40B4-BE49-F238E27FC236}">
                  <a16:creationId xmlns:a16="http://schemas.microsoft.com/office/drawing/2014/main" id="{AF4A2C13-F01A-4F15-9903-4212DCCF9F0D}"/>
                </a:ext>
              </a:extLst>
            </p:cNvPr>
            <p:cNvSpPr/>
            <p:nvPr/>
          </p:nvSpPr>
          <p:spPr>
            <a:xfrm>
              <a:off x="5760938" y="25175493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8" name="矩形: 圆角 407">
              <a:extLst>
                <a:ext uri="{FF2B5EF4-FFF2-40B4-BE49-F238E27FC236}">
                  <a16:creationId xmlns:a16="http://schemas.microsoft.com/office/drawing/2014/main" id="{2EE4236B-4469-4F7C-86F6-BEBD1C29C432}"/>
                </a:ext>
              </a:extLst>
            </p:cNvPr>
            <p:cNvSpPr/>
            <p:nvPr/>
          </p:nvSpPr>
          <p:spPr>
            <a:xfrm>
              <a:off x="5760938" y="28549459"/>
              <a:ext cx="1184546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9" name="矩形: 圆角 408">
              <a:extLst>
                <a:ext uri="{FF2B5EF4-FFF2-40B4-BE49-F238E27FC236}">
                  <a16:creationId xmlns:a16="http://schemas.microsoft.com/office/drawing/2014/main" id="{E0002DED-135E-4EE4-9500-F9099E1A2467}"/>
                </a:ext>
              </a:extLst>
            </p:cNvPr>
            <p:cNvSpPr/>
            <p:nvPr/>
          </p:nvSpPr>
          <p:spPr>
            <a:xfrm>
              <a:off x="8084772" y="28967803"/>
              <a:ext cx="1184546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6" name="矩形: 圆角 415">
              <a:extLst>
                <a:ext uri="{FF2B5EF4-FFF2-40B4-BE49-F238E27FC236}">
                  <a16:creationId xmlns:a16="http://schemas.microsoft.com/office/drawing/2014/main" id="{1EE3B732-8B58-4F50-A50C-EB4A00B7496A}"/>
                </a:ext>
              </a:extLst>
            </p:cNvPr>
            <p:cNvSpPr/>
            <p:nvPr/>
          </p:nvSpPr>
          <p:spPr>
            <a:xfrm>
              <a:off x="13476888" y="22174271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7" name="矩形: 圆角 416">
              <a:extLst>
                <a:ext uri="{FF2B5EF4-FFF2-40B4-BE49-F238E27FC236}">
                  <a16:creationId xmlns:a16="http://schemas.microsoft.com/office/drawing/2014/main" id="{CBF0658A-E8FF-49EF-A3B4-7D46A66C0ABA}"/>
                </a:ext>
              </a:extLst>
            </p:cNvPr>
            <p:cNvSpPr/>
            <p:nvPr/>
          </p:nvSpPr>
          <p:spPr>
            <a:xfrm>
              <a:off x="13456720" y="20898218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8" name="矩形: 圆角 417">
              <a:extLst>
                <a:ext uri="{FF2B5EF4-FFF2-40B4-BE49-F238E27FC236}">
                  <a16:creationId xmlns:a16="http://schemas.microsoft.com/office/drawing/2014/main" id="{2CF4DE80-DB4F-4611-B54C-C0D6B8DB6057}"/>
                </a:ext>
              </a:extLst>
            </p:cNvPr>
            <p:cNvSpPr/>
            <p:nvPr/>
          </p:nvSpPr>
          <p:spPr>
            <a:xfrm>
              <a:off x="13476088" y="19679229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0" name="矩形: 圆角 419">
              <a:extLst>
                <a:ext uri="{FF2B5EF4-FFF2-40B4-BE49-F238E27FC236}">
                  <a16:creationId xmlns:a16="http://schemas.microsoft.com/office/drawing/2014/main" id="{16D0C2C6-2EAD-4F07-8252-AE283954BF4A}"/>
                </a:ext>
              </a:extLst>
            </p:cNvPr>
            <p:cNvSpPr/>
            <p:nvPr/>
          </p:nvSpPr>
          <p:spPr>
            <a:xfrm>
              <a:off x="24059663" y="18681262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1" name="矩形: 圆角 420">
              <a:extLst>
                <a:ext uri="{FF2B5EF4-FFF2-40B4-BE49-F238E27FC236}">
                  <a16:creationId xmlns:a16="http://schemas.microsoft.com/office/drawing/2014/main" id="{00E213DC-8AD3-4610-B05E-19C03F1490FC}"/>
                </a:ext>
              </a:extLst>
            </p:cNvPr>
            <p:cNvSpPr/>
            <p:nvPr/>
          </p:nvSpPr>
          <p:spPr>
            <a:xfrm>
              <a:off x="21364887" y="20284974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3" name="矩形: 圆角 422">
              <a:extLst>
                <a:ext uri="{FF2B5EF4-FFF2-40B4-BE49-F238E27FC236}">
                  <a16:creationId xmlns:a16="http://schemas.microsoft.com/office/drawing/2014/main" id="{3C6CE586-F5F5-4584-AFFA-61F2441DDF6E}"/>
                </a:ext>
              </a:extLst>
            </p:cNvPr>
            <p:cNvSpPr/>
            <p:nvPr/>
          </p:nvSpPr>
          <p:spPr>
            <a:xfrm>
              <a:off x="21338505" y="22252471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4" name="矩形: 圆角 423">
              <a:extLst>
                <a:ext uri="{FF2B5EF4-FFF2-40B4-BE49-F238E27FC236}">
                  <a16:creationId xmlns:a16="http://schemas.microsoft.com/office/drawing/2014/main" id="{C161E6D3-1BCF-4B35-A7BD-77F29DE6B0BE}"/>
                </a:ext>
              </a:extLst>
            </p:cNvPr>
            <p:cNvSpPr/>
            <p:nvPr/>
          </p:nvSpPr>
          <p:spPr>
            <a:xfrm>
              <a:off x="21364886" y="23925879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5" name="矩形: 圆角 424">
              <a:extLst>
                <a:ext uri="{FF2B5EF4-FFF2-40B4-BE49-F238E27FC236}">
                  <a16:creationId xmlns:a16="http://schemas.microsoft.com/office/drawing/2014/main" id="{8B640EC9-8783-4522-92BF-BBB101123DB6}"/>
                </a:ext>
              </a:extLst>
            </p:cNvPr>
            <p:cNvSpPr/>
            <p:nvPr/>
          </p:nvSpPr>
          <p:spPr>
            <a:xfrm>
              <a:off x="24074122" y="24757221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矩形: 圆角 425">
              <a:extLst>
                <a:ext uri="{FF2B5EF4-FFF2-40B4-BE49-F238E27FC236}">
                  <a16:creationId xmlns:a16="http://schemas.microsoft.com/office/drawing/2014/main" id="{54A2BC59-FDEA-4E2B-95B6-EB0935327052}"/>
                </a:ext>
              </a:extLst>
            </p:cNvPr>
            <p:cNvSpPr/>
            <p:nvPr/>
          </p:nvSpPr>
          <p:spPr>
            <a:xfrm>
              <a:off x="21364885" y="26154214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7" name="矩形: 圆角 426">
              <a:extLst>
                <a:ext uri="{FF2B5EF4-FFF2-40B4-BE49-F238E27FC236}">
                  <a16:creationId xmlns:a16="http://schemas.microsoft.com/office/drawing/2014/main" id="{16B86AD3-1C40-4CF4-903F-A6BB50E43E33}"/>
                </a:ext>
              </a:extLst>
            </p:cNvPr>
            <p:cNvSpPr/>
            <p:nvPr/>
          </p:nvSpPr>
          <p:spPr>
            <a:xfrm>
              <a:off x="21359522" y="28251588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8" name="矩形: 圆角 427">
              <a:extLst>
                <a:ext uri="{FF2B5EF4-FFF2-40B4-BE49-F238E27FC236}">
                  <a16:creationId xmlns:a16="http://schemas.microsoft.com/office/drawing/2014/main" id="{3382E43D-8735-49C2-879A-7EE560D54892}"/>
                </a:ext>
              </a:extLst>
            </p:cNvPr>
            <p:cNvSpPr/>
            <p:nvPr/>
          </p:nvSpPr>
          <p:spPr>
            <a:xfrm>
              <a:off x="24069009" y="30403829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0" name="矩形: 圆角 429">
              <a:extLst>
                <a:ext uri="{FF2B5EF4-FFF2-40B4-BE49-F238E27FC236}">
                  <a16:creationId xmlns:a16="http://schemas.microsoft.com/office/drawing/2014/main" id="{8ADB37FE-14DC-40CB-94F9-6F455B3C8AEB}"/>
                </a:ext>
              </a:extLst>
            </p:cNvPr>
            <p:cNvSpPr/>
            <p:nvPr/>
          </p:nvSpPr>
          <p:spPr>
            <a:xfrm>
              <a:off x="16487772" y="22699674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1" name="矩形: 圆角 430">
              <a:extLst>
                <a:ext uri="{FF2B5EF4-FFF2-40B4-BE49-F238E27FC236}">
                  <a16:creationId xmlns:a16="http://schemas.microsoft.com/office/drawing/2014/main" id="{68949FC0-F054-4373-AC7C-BC940F64D286}"/>
                </a:ext>
              </a:extLst>
            </p:cNvPr>
            <p:cNvSpPr/>
            <p:nvPr/>
          </p:nvSpPr>
          <p:spPr>
            <a:xfrm>
              <a:off x="13489640" y="27814214"/>
              <a:ext cx="1184546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7" name="矩形: 圆角 436">
              <a:extLst>
                <a:ext uri="{FF2B5EF4-FFF2-40B4-BE49-F238E27FC236}">
                  <a16:creationId xmlns:a16="http://schemas.microsoft.com/office/drawing/2014/main" id="{10F48EA1-DEB0-4FF8-8AD9-5C4BFF92AFD7}"/>
                </a:ext>
              </a:extLst>
            </p:cNvPr>
            <p:cNvSpPr/>
            <p:nvPr/>
          </p:nvSpPr>
          <p:spPr>
            <a:xfrm>
              <a:off x="13463599" y="25427488"/>
              <a:ext cx="1184546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8" name="矩形: 圆角 437">
              <a:extLst>
                <a:ext uri="{FF2B5EF4-FFF2-40B4-BE49-F238E27FC236}">
                  <a16:creationId xmlns:a16="http://schemas.microsoft.com/office/drawing/2014/main" id="{ECAC0985-1FE4-4513-B9F3-2D5864600BF1}"/>
                </a:ext>
              </a:extLst>
            </p:cNvPr>
            <p:cNvSpPr/>
            <p:nvPr/>
          </p:nvSpPr>
          <p:spPr>
            <a:xfrm>
              <a:off x="16498958" y="29008599"/>
              <a:ext cx="1184546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9" name="矩形: 圆角 438">
              <a:extLst>
                <a:ext uri="{FF2B5EF4-FFF2-40B4-BE49-F238E27FC236}">
                  <a16:creationId xmlns:a16="http://schemas.microsoft.com/office/drawing/2014/main" id="{49BE95F9-6A15-4C8F-A9DA-753CC30E40AF}"/>
                </a:ext>
              </a:extLst>
            </p:cNvPr>
            <p:cNvSpPr/>
            <p:nvPr/>
          </p:nvSpPr>
          <p:spPr>
            <a:xfrm>
              <a:off x="13463598" y="23699154"/>
              <a:ext cx="1695861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0" name="矩形: 圆角 439">
              <a:extLst>
                <a:ext uri="{FF2B5EF4-FFF2-40B4-BE49-F238E27FC236}">
                  <a16:creationId xmlns:a16="http://schemas.microsoft.com/office/drawing/2014/main" id="{F22E0EF9-297A-4B3B-84A2-51358D3C91ED}"/>
                </a:ext>
              </a:extLst>
            </p:cNvPr>
            <p:cNvSpPr/>
            <p:nvPr/>
          </p:nvSpPr>
          <p:spPr>
            <a:xfrm>
              <a:off x="21317772" y="29853736"/>
              <a:ext cx="1695861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1" name="矩形: 圆角 440">
              <a:extLst>
                <a:ext uri="{FF2B5EF4-FFF2-40B4-BE49-F238E27FC236}">
                  <a16:creationId xmlns:a16="http://schemas.microsoft.com/office/drawing/2014/main" id="{E4E5F929-F33A-44BE-B080-41F4A9E1BF69}"/>
                </a:ext>
              </a:extLst>
            </p:cNvPr>
            <p:cNvSpPr/>
            <p:nvPr/>
          </p:nvSpPr>
          <p:spPr>
            <a:xfrm>
              <a:off x="5549326" y="30769450"/>
              <a:ext cx="877915" cy="33988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823" name="Google Shape;394;p22">
            <a:extLst>
              <a:ext uri="{FF2B5EF4-FFF2-40B4-BE49-F238E27FC236}">
                <a16:creationId xmlns:a16="http://schemas.microsoft.com/office/drawing/2014/main" id="{51677606-7B68-40CB-A7C9-8D2F9F52976B}"/>
              </a:ext>
            </a:extLst>
          </p:cNvPr>
          <p:cNvCxnSpPr>
            <a:cxnSpLocks/>
            <a:stCxn id="749" idx="0"/>
            <a:endCxn id="769" idx="2"/>
          </p:cNvCxnSpPr>
          <p:nvPr/>
        </p:nvCxnSpPr>
        <p:spPr>
          <a:xfrm flipH="1" flipV="1">
            <a:off x="12332648" y="19571288"/>
            <a:ext cx="8135" cy="5126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38" name="Google Shape;953;p28">
            <a:extLst>
              <a:ext uri="{FF2B5EF4-FFF2-40B4-BE49-F238E27FC236}">
                <a16:creationId xmlns:a16="http://schemas.microsoft.com/office/drawing/2014/main" id="{2838CB23-8548-413A-A507-81744349D900}"/>
              </a:ext>
            </a:extLst>
          </p:cNvPr>
          <p:cNvSpPr txBox="1"/>
          <p:nvPr/>
        </p:nvSpPr>
        <p:spPr>
          <a:xfrm>
            <a:off x="408969" y="1065939"/>
            <a:ext cx="4186362" cy="2092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zh-CN" sz="4000" b="1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Backbone</a:t>
            </a:r>
          </a:p>
          <a:p>
            <a:r>
              <a:rPr lang="en-US" altLang="zh-CN" sz="2800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YOLOv8</a:t>
            </a:r>
          </a:p>
          <a:p>
            <a:r>
              <a:rPr lang="en-US" altLang="zh-CN" sz="2800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Backbone</a:t>
            </a:r>
          </a:p>
          <a:p>
            <a:r>
              <a:rPr lang="en-US" altLang="zh-CN" sz="2800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nsolas"/>
              </a:rPr>
              <a:t>(P5)</a:t>
            </a:r>
          </a:p>
        </p:txBody>
      </p:sp>
      <p:sp>
        <p:nvSpPr>
          <p:cNvPr id="401" name="Google Shape;953;p28">
            <a:extLst>
              <a:ext uri="{FF2B5EF4-FFF2-40B4-BE49-F238E27FC236}">
                <a16:creationId xmlns:a16="http://schemas.microsoft.com/office/drawing/2014/main" id="{196DD0CF-EE74-47A6-AE05-97EBEA85DF4B}"/>
              </a:ext>
            </a:extLst>
          </p:cNvPr>
          <p:cNvSpPr txBox="1"/>
          <p:nvPr/>
        </p:nvSpPr>
        <p:spPr>
          <a:xfrm>
            <a:off x="9942873" y="1039750"/>
            <a:ext cx="8090484" cy="620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altLang="zh-CN" sz="4000" b="1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Head</a:t>
            </a:r>
            <a:r>
              <a:rPr lang="en-US" altLang="zh-CN" sz="4000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800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YOLOv8Head</a:t>
            </a:r>
          </a:p>
        </p:txBody>
      </p:sp>
      <p:grpSp>
        <p:nvGrpSpPr>
          <p:cNvPr id="178" name="组合 177">
            <a:extLst>
              <a:ext uri="{FF2B5EF4-FFF2-40B4-BE49-F238E27FC236}">
                <a16:creationId xmlns:a16="http://schemas.microsoft.com/office/drawing/2014/main" id="{30F51FC4-9DA2-4B46-9361-D22A5912ECA7}"/>
              </a:ext>
            </a:extLst>
          </p:cNvPr>
          <p:cNvGrpSpPr/>
          <p:nvPr/>
        </p:nvGrpSpPr>
        <p:grpSpPr>
          <a:xfrm>
            <a:off x="2223883" y="8661518"/>
            <a:ext cx="4811108" cy="1023700"/>
            <a:chOff x="780535" y="3414892"/>
            <a:chExt cx="2085552" cy="511850"/>
          </a:xfrm>
        </p:grpSpPr>
        <p:sp>
          <p:nvSpPr>
            <p:cNvPr id="320" name="Google Shape;379;p22">
              <a:extLst>
                <a:ext uri="{FF2B5EF4-FFF2-40B4-BE49-F238E27FC236}">
                  <a16:creationId xmlns:a16="http://schemas.microsoft.com/office/drawing/2014/main" id="{4ED73EFF-7DA3-4D98-8BCA-323CD5A085C6}"/>
                </a:ext>
              </a:extLst>
            </p:cNvPr>
            <p:cNvSpPr/>
            <p:nvPr/>
          </p:nvSpPr>
          <p:spPr>
            <a:xfrm>
              <a:off x="780535" y="3414892"/>
              <a:ext cx="2014251" cy="511850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r>
                <a:rPr lang="en-US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k=3, s=2, p=1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04" name="直接连接符 603">
              <a:extLst>
                <a:ext uri="{FF2B5EF4-FFF2-40B4-BE49-F238E27FC236}">
                  <a16:creationId xmlns:a16="http://schemas.microsoft.com/office/drawing/2014/main" id="{B8FB135B-826F-4CAE-8658-D421495CDA50}"/>
                </a:ext>
              </a:extLst>
            </p:cNvPr>
            <p:cNvCxnSpPr>
              <a:cxnSpLocks/>
            </p:cNvCxnSpPr>
            <p:nvPr/>
          </p:nvCxnSpPr>
          <p:spPr>
            <a:xfrm>
              <a:off x="2527815" y="3414892"/>
              <a:ext cx="0" cy="506584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02AF5D66-38B0-44FA-8679-E2E61E6422E9}"/>
                </a:ext>
              </a:extLst>
            </p:cNvPr>
            <p:cNvSpPr txBox="1"/>
            <p:nvPr/>
          </p:nvSpPr>
          <p:spPr>
            <a:xfrm>
              <a:off x="2461698" y="3430262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</a:t>
              </a:r>
            </a:p>
          </p:txBody>
        </p: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5DD5E977-42BD-47A0-9C09-A4DFD40BFDCC}"/>
                </a:ext>
              </a:extLst>
            </p:cNvPr>
            <p:cNvSpPr/>
            <p:nvPr/>
          </p:nvSpPr>
          <p:spPr>
            <a:xfrm>
              <a:off x="2543958" y="3695111"/>
              <a:ext cx="239873" cy="230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P1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606" name="直接连接符 605">
              <a:extLst>
                <a:ext uri="{FF2B5EF4-FFF2-40B4-BE49-F238E27FC236}">
                  <a16:creationId xmlns:a16="http://schemas.microsoft.com/office/drawing/2014/main" id="{C5E9BFF3-5407-4F4F-9FB3-54BB1F7AD7A1}"/>
                </a:ext>
              </a:extLst>
            </p:cNvPr>
            <p:cNvCxnSpPr>
              <a:cxnSpLocks/>
              <a:endCxn id="320" idx="3"/>
            </p:cNvCxnSpPr>
            <p:nvPr/>
          </p:nvCxnSpPr>
          <p:spPr>
            <a:xfrm>
              <a:off x="2524221" y="3670817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80" name="组合 179">
            <a:extLst>
              <a:ext uri="{FF2B5EF4-FFF2-40B4-BE49-F238E27FC236}">
                <a16:creationId xmlns:a16="http://schemas.microsoft.com/office/drawing/2014/main" id="{E10140DC-3728-4E6F-9748-C886CBF1BE7B}"/>
              </a:ext>
            </a:extLst>
          </p:cNvPr>
          <p:cNvGrpSpPr/>
          <p:nvPr/>
        </p:nvGrpSpPr>
        <p:grpSpPr>
          <a:xfrm>
            <a:off x="2223881" y="14298668"/>
            <a:ext cx="4811108" cy="1024396"/>
            <a:chOff x="780535" y="4717958"/>
            <a:chExt cx="2085552" cy="512198"/>
          </a:xfrm>
        </p:grpSpPr>
        <p:sp>
          <p:nvSpPr>
            <p:cNvPr id="318" name="Google Shape;385;p22">
              <a:extLst>
                <a:ext uri="{FF2B5EF4-FFF2-40B4-BE49-F238E27FC236}">
                  <a16:creationId xmlns:a16="http://schemas.microsoft.com/office/drawing/2014/main" id="{D09E28E7-FA0E-4B42-9D7B-B62C425270B0}"/>
                </a:ext>
              </a:extLst>
            </p:cNvPr>
            <p:cNvSpPr/>
            <p:nvPr/>
          </p:nvSpPr>
          <p:spPr>
            <a:xfrm>
              <a:off x="780535" y="4718306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shortcut=True,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n=3×d</a:t>
              </a:r>
            </a:p>
          </p:txBody>
        </p:sp>
        <p:cxnSp>
          <p:nvCxnSpPr>
            <p:cNvPr id="609" name="直接连接符 608">
              <a:extLst>
                <a:ext uri="{FF2B5EF4-FFF2-40B4-BE49-F238E27FC236}">
                  <a16:creationId xmlns:a16="http://schemas.microsoft.com/office/drawing/2014/main" id="{CC49066C-999E-45D5-A17E-D4DA34F3AEB1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3" y="4717958"/>
              <a:ext cx="0" cy="508927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10" name="文本框 609">
              <a:extLst>
                <a:ext uri="{FF2B5EF4-FFF2-40B4-BE49-F238E27FC236}">
                  <a16:creationId xmlns:a16="http://schemas.microsoft.com/office/drawing/2014/main" id="{0BC7877D-0716-4103-AB57-DAFCA2B345BF}"/>
                </a:ext>
              </a:extLst>
            </p:cNvPr>
            <p:cNvSpPr txBox="1"/>
            <p:nvPr/>
          </p:nvSpPr>
          <p:spPr>
            <a:xfrm>
              <a:off x="2461698" y="4750262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  <p:cxnSp>
          <p:nvCxnSpPr>
            <p:cNvPr id="611" name="直接连接符 610">
              <a:extLst>
                <a:ext uri="{FF2B5EF4-FFF2-40B4-BE49-F238E27FC236}">
                  <a16:creationId xmlns:a16="http://schemas.microsoft.com/office/drawing/2014/main" id="{BCE40FD5-55CB-4911-90BD-B6414F90D775}"/>
                </a:ext>
              </a:extLst>
            </p:cNvPr>
            <p:cNvCxnSpPr>
              <a:cxnSpLocks/>
            </p:cNvCxnSpPr>
            <p:nvPr/>
          </p:nvCxnSpPr>
          <p:spPr>
            <a:xfrm>
              <a:off x="2528609" y="4978142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22A10458-235B-41DF-8736-3FCC67A2E502}"/>
              </a:ext>
            </a:extLst>
          </p:cNvPr>
          <p:cNvGrpSpPr/>
          <p:nvPr/>
        </p:nvGrpSpPr>
        <p:grpSpPr>
          <a:xfrm>
            <a:off x="2226093" y="11479743"/>
            <a:ext cx="4806077" cy="1024400"/>
            <a:chOff x="782716" y="3988442"/>
            <a:chExt cx="2083371" cy="512200"/>
          </a:xfrm>
        </p:grpSpPr>
        <p:grpSp>
          <p:nvGrpSpPr>
            <p:cNvPr id="181" name="组合 180">
              <a:extLst>
                <a:ext uri="{FF2B5EF4-FFF2-40B4-BE49-F238E27FC236}">
                  <a16:creationId xmlns:a16="http://schemas.microsoft.com/office/drawing/2014/main" id="{FF46BED7-3DB8-4463-B3BD-32EBA5F63433}"/>
                </a:ext>
              </a:extLst>
            </p:cNvPr>
            <p:cNvGrpSpPr/>
            <p:nvPr/>
          </p:nvGrpSpPr>
          <p:grpSpPr>
            <a:xfrm>
              <a:off x="782716" y="3988442"/>
              <a:ext cx="2083371" cy="511851"/>
              <a:chOff x="782716" y="3988442"/>
              <a:chExt cx="2083371" cy="511851"/>
            </a:xfrm>
          </p:grpSpPr>
          <p:sp>
            <p:nvSpPr>
              <p:cNvPr id="339" name="Google Shape;379;p22">
                <a:extLst>
                  <a:ext uri="{FF2B5EF4-FFF2-40B4-BE49-F238E27FC236}">
                    <a16:creationId xmlns:a16="http://schemas.microsoft.com/office/drawing/2014/main" id="{00E39761-B22B-4912-99FA-470113392009}"/>
                  </a:ext>
                </a:extLst>
              </p:cNvPr>
              <p:cNvSpPr/>
              <p:nvPr/>
            </p:nvSpPr>
            <p:spPr>
              <a:xfrm>
                <a:off x="782716" y="3988443"/>
                <a:ext cx="2014251" cy="511850"/>
              </a:xfrm>
              <a:prstGeom prst="roundRect">
                <a:avLst>
                  <a:gd name="adj" fmla="val 15640"/>
                </a:avLst>
              </a:prstGeom>
              <a:solidFill>
                <a:srgbClr val="89E0FF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r>
                  <a:rPr lang="en-US" altLang="zh-CN" sz="28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</a:t>
                </a:r>
              </a:p>
              <a:p>
                <a:r>
                  <a:rPr lang="en-US" sz="22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k=3, s=2, p=1</a:t>
                </a:r>
                <a:endParaRPr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05" name="直接连接符 604">
                <a:extLst>
                  <a:ext uri="{FF2B5EF4-FFF2-40B4-BE49-F238E27FC236}">
                    <a16:creationId xmlns:a16="http://schemas.microsoft.com/office/drawing/2014/main" id="{4BEA40BE-FA62-4FCD-836D-F202D505CB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6463" y="3988442"/>
                <a:ext cx="0" cy="508360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07" name="文本框 606">
                <a:extLst>
                  <a:ext uri="{FF2B5EF4-FFF2-40B4-BE49-F238E27FC236}">
                    <a16:creationId xmlns:a16="http://schemas.microsoft.com/office/drawing/2014/main" id="{B8DC9222-0F66-4253-A6F3-304EC380EEF5}"/>
                  </a:ext>
                </a:extLst>
              </p:cNvPr>
              <p:cNvSpPr txBox="1"/>
              <p:nvPr/>
            </p:nvSpPr>
            <p:spPr>
              <a:xfrm>
                <a:off x="2461698" y="4010655"/>
                <a:ext cx="40438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</a:p>
            </p:txBody>
          </p:sp>
          <p:cxnSp>
            <p:nvCxnSpPr>
              <p:cNvPr id="608" name="直接连接符 607">
                <a:extLst>
                  <a:ext uri="{FF2B5EF4-FFF2-40B4-BE49-F238E27FC236}">
                    <a16:creationId xmlns:a16="http://schemas.microsoft.com/office/drawing/2014/main" id="{3D2F6693-9F88-4A46-9EBE-FB5DAED321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8609" y="4248060"/>
                <a:ext cx="270565" cy="0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617" name="矩形 616">
              <a:extLst>
                <a:ext uri="{FF2B5EF4-FFF2-40B4-BE49-F238E27FC236}">
                  <a16:creationId xmlns:a16="http://schemas.microsoft.com/office/drawing/2014/main" id="{6843C0E2-9B8C-41A4-A238-E0C3A0697D3C}"/>
                </a:ext>
              </a:extLst>
            </p:cNvPr>
            <p:cNvSpPr/>
            <p:nvPr/>
          </p:nvSpPr>
          <p:spPr>
            <a:xfrm>
              <a:off x="2545863" y="4269809"/>
              <a:ext cx="239873" cy="230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P2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18" name="组合 617">
            <a:extLst>
              <a:ext uri="{FF2B5EF4-FFF2-40B4-BE49-F238E27FC236}">
                <a16:creationId xmlns:a16="http://schemas.microsoft.com/office/drawing/2014/main" id="{708EE4DC-7296-486B-9253-3C466E89058B}"/>
              </a:ext>
            </a:extLst>
          </p:cNvPr>
          <p:cNvGrpSpPr/>
          <p:nvPr/>
        </p:nvGrpSpPr>
        <p:grpSpPr>
          <a:xfrm>
            <a:off x="2226093" y="17117589"/>
            <a:ext cx="4806077" cy="1023700"/>
            <a:chOff x="782716" y="3988443"/>
            <a:chExt cx="2083371" cy="511850"/>
          </a:xfrm>
        </p:grpSpPr>
        <p:grpSp>
          <p:nvGrpSpPr>
            <p:cNvPr id="619" name="组合 618">
              <a:extLst>
                <a:ext uri="{FF2B5EF4-FFF2-40B4-BE49-F238E27FC236}">
                  <a16:creationId xmlns:a16="http://schemas.microsoft.com/office/drawing/2014/main" id="{0BFDEDFE-7FC0-4C56-BE12-A162589E5A6A}"/>
                </a:ext>
              </a:extLst>
            </p:cNvPr>
            <p:cNvGrpSpPr/>
            <p:nvPr/>
          </p:nvGrpSpPr>
          <p:grpSpPr>
            <a:xfrm>
              <a:off x="782716" y="3988443"/>
              <a:ext cx="2083371" cy="511850"/>
              <a:chOff x="782716" y="3988443"/>
              <a:chExt cx="2083371" cy="511850"/>
            </a:xfrm>
          </p:grpSpPr>
          <p:sp>
            <p:nvSpPr>
              <p:cNvPr id="621" name="Google Shape;379;p22">
                <a:extLst>
                  <a:ext uri="{FF2B5EF4-FFF2-40B4-BE49-F238E27FC236}">
                    <a16:creationId xmlns:a16="http://schemas.microsoft.com/office/drawing/2014/main" id="{54C3827E-9E11-46CA-852C-729BB8748C1D}"/>
                  </a:ext>
                </a:extLst>
              </p:cNvPr>
              <p:cNvSpPr/>
              <p:nvPr/>
            </p:nvSpPr>
            <p:spPr>
              <a:xfrm>
                <a:off x="782716" y="3988443"/>
                <a:ext cx="2014251" cy="511850"/>
              </a:xfrm>
              <a:prstGeom prst="roundRect">
                <a:avLst>
                  <a:gd name="adj" fmla="val 15640"/>
                </a:avLst>
              </a:prstGeom>
              <a:solidFill>
                <a:srgbClr val="89E0FF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r>
                  <a:rPr lang="en-US" altLang="zh-CN" sz="28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</a:t>
                </a:r>
              </a:p>
              <a:p>
                <a:r>
                  <a:rPr lang="en-US" sz="22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k=3, s=2, p=1</a:t>
                </a:r>
                <a:endParaRPr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22" name="直接连接符 621">
                <a:extLst>
                  <a:ext uri="{FF2B5EF4-FFF2-40B4-BE49-F238E27FC236}">
                    <a16:creationId xmlns:a16="http://schemas.microsoft.com/office/drawing/2014/main" id="{89D14DC6-7E61-4E59-B520-52D2874303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26463" y="3988443"/>
                <a:ext cx="2146" cy="508358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23" name="文本框 622">
                <a:extLst>
                  <a:ext uri="{FF2B5EF4-FFF2-40B4-BE49-F238E27FC236}">
                    <a16:creationId xmlns:a16="http://schemas.microsoft.com/office/drawing/2014/main" id="{0E624812-0081-4189-9974-886F120FFEE2}"/>
                  </a:ext>
                </a:extLst>
              </p:cNvPr>
              <p:cNvSpPr txBox="1"/>
              <p:nvPr/>
            </p:nvSpPr>
            <p:spPr>
              <a:xfrm>
                <a:off x="2461698" y="4006119"/>
                <a:ext cx="40438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</p:txBody>
          </p:sp>
          <p:cxnSp>
            <p:nvCxnSpPr>
              <p:cNvPr id="624" name="直接连接符 623">
                <a:extLst>
                  <a:ext uri="{FF2B5EF4-FFF2-40B4-BE49-F238E27FC236}">
                    <a16:creationId xmlns:a16="http://schemas.microsoft.com/office/drawing/2014/main" id="{C76465DA-C684-4567-8CB8-CCD123D59E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8609" y="4248060"/>
                <a:ext cx="270565" cy="0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620" name="矩形 619">
              <a:extLst>
                <a:ext uri="{FF2B5EF4-FFF2-40B4-BE49-F238E27FC236}">
                  <a16:creationId xmlns:a16="http://schemas.microsoft.com/office/drawing/2014/main" id="{86D7690D-A191-4FD7-B4D0-7B65DA3FD66F}"/>
                </a:ext>
              </a:extLst>
            </p:cNvPr>
            <p:cNvSpPr/>
            <p:nvPr/>
          </p:nvSpPr>
          <p:spPr>
            <a:xfrm>
              <a:off x="2545863" y="4260284"/>
              <a:ext cx="239873" cy="230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P3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7FEA2D80-D510-4C0A-8EE7-6D7E8F9123D9}"/>
              </a:ext>
            </a:extLst>
          </p:cNvPr>
          <p:cNvGrpSpPr/>
          <p:nvPr/>
        </p:nvGrpSpPr>
        <p:grpSpPr>
          <a:xfrm>
            <a:off x="2223881" y="19935813"/>
            <a:ext cx="4811108" cy="1023700"/>
            <a:chOff x="780535" y="4718306"/>
            <a:chExt cx="2085552" cy="511850"/>
          </a:xfrm>
        </p:grpSpPr>
        <p:sp>
          <p:nvSpPr>
            <p:cNvPr id="631" name="Google Shape;385;p22">
              <a:extLst>
                <a:ext uri="{FF2B5EF4-FFF2-40B4-BE49-F238E27FC236}">
                  <a16:creationId xmlns:a16="http://schemas.microsoft.com/office/drawing/2014/main" id="{12B0C9F2-FB2D-45A9-84F2-9772B8894A92}"/>
                </a:ext>
              </a:extLst>
            </p:cNvPr>
            <p:cNvSpPr/>
            <p:nvPr/>
          </p:nvSpPr>
          <p:spPr>
            <a:xfrm>
              <a:off x="780535" y="4718306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shortcut=True,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n=6×d</a:t>
              </a:r>
            </a:p>
          </p:txBody>
        </p:sp>
        <p:cxnSp>
          <p:nvCxnSpPr>
            <p:cNvPr id="632" name="直接连接符 631">
              <a:extLst>
                <a:ext uri="{FF2B5EF4-FFF2-40B4-BE49-F238E27FC236}">
                  <a16:creationId xmlns:a16="http://schemas.microsoft.com/office/drawing/2014/main" id="{E09E4735-892B-4323-8B6B-1CDE5A5AB32A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3" y="4718306"/>
              <a:ext cx="0" cy="508577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33" name="文本框 632">
              <a:extLst>
                <a:ext uri="{FF2B5EF4-FFF2-40B4-BE49-F238E27FC236}">
                  <a16:creationId xmlns:a16="http://schemas.microsoft.com/office/drawing/2014/main" id="{A2A674E8-CC1C-4CC4-BCA0-6A0A30460858}"/>
                </a:ext>
              </a:extLst>
            </p:cNvPr>
            <p:cNvSpPr txBox="1"/>
            <p:nvPr/>
          </p:nvSpPr>
          <p:spPr>
            <a:xfrm>
              <a:off x="2461698" y="4740737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</a:p>
          </p:txBody>
        </p:sp>
        <p:cxnSp>
          <p:nvCxnSpPr>
            <p:cNvPr id="634" name="直接连接符 633">
              <a:extLst>
                <a:ext uri="{FF2B5EF4-FFF2-40B4-BE49-F238E27FC236}">
                  <a16:creationId xmlns:a16="http://schemas.microsoft.com/office/drawing/2014/main" id="{88D2D99D-EF53-4338-9409-7FF5F5DF6E8E}"/>
                </a:ext>
              </a:extLst>
            </p:cNvPr>
            <p:cNvCxnSpPr>
              <a:cxnSpLocks/>
            </p:cNvCxnSpPr>
            <p:nvPr/>
          </p:nvCxnSpPr>
          <p:spPr>
            <a:xfrm>
              <a:off x="2528609" y="4978142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636" name="组合 635">
            <a:extLst>
              <a:ext uri="{FF2B5EF4-FFF2-40B4-BE49-F238E27FC236}">
                <a16:creationId xmlns:a16="http://schemas.microsoft.com/office/drawing/2014/main" id="{D17FDA42-A399-4623-A6C3-06E5F6BA56E1}"/>
              </a:ext>
            </a:extLst>
          </p:cNvPr>
          <p:cNvGrpSpPr/>
          <p:nvPr/>
        </p:nvGrpSpPr>
        <p:grpSpPr>
          <a:xfrm>
            <a:off x="2223881" y="23969533"/>
            <a:ext cx="4811108" cy="1023700"/>
            <a:chOff x="780535" y="4718306"/>
            <a:chExt cx="2085552" cy="511850"/>
          </a:xfrm>
        </p:grpSpPr>
        <p:sp>
          <p:nvSpPr>
            <p:cNvPr id="637" name="Google Shape;385;p22">
              <a:extLst>
                <a:ext uri="{FF2B5EF4-FFF2-40B4-BE49-F238E27FC236}">
                  <a16:creationId xmlns:a16="http://schemas.microsoft.com/office/drawing/2014/main" id="{184433DC-3606-4077-8F0D-D004D37F87A3}"/>
                </a:ext>
              </a:extLst>
            </p:cNvPr>
            <p:cNvSpPr/>
            <p:nvPr/>
          </p:nvSpPr>
          <p:spPr>
            <a:xfrm>
              <a:off x="780535" y="4718306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shortcut=True,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n=6×d</a:t>
              </a:r>
            </a:p>
          </p:txBody>
        </p:sp>
        <p:cxnSp>
          <p:nvCxnSpPr>
            <p:cNvPr id="638" name="直接连接符 637">
              <a:extLst>
                <a:ext uri="{FF2B5EF4-FFF2-40B4-BE49-F238E27FC236}">
                  <a16:creationId xmlns:a16="http://schemas.microsoft.com/office/drawing/2014/main" id="{6F1B935A-D877-43C0-B279-F47D29E04396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3" y="4718306"/>
              <a:ext cx="0" cy="508577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639" name="文本框 638">
              <a:extLst>
                <a:ext uri="{FF2B5EF4-FFF2-40B4-BE49-F238E27FC236}">
                  <a16:creationId xmlns:a16="http://schemas.microsoft.com/office/drawing/2014/main" id="{C51C9EEB-313C-4A60-8B5E-37246382ABC7}"/>
                </a:ext>
              </a:extLst>
            </p:cNvPr>
            <p:cNvSpPr txBox="1"/>
            <p:nvPr/>
          </p:nvSpPr>
          <p:spPr>
            <a:xfrm>
              <a:off x="2461698" y="4750262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</a:p>
          </p:txBody>
        </p:sp>
        <p:cxnSp>
          <p:nvCxnSpPr>
            <p:cNvPr id="640" name="直接连接符 639">
              <a:extLst>
                <a:ext uri="{FF2B5EF4-FFF2-40B4-BE49-F238E27FC236}">
                  <a16:creationId xmlns:a16="http://schemas.microsoft.com/office/drawing/2014/main" id="{79904286-FC87-4312-968B-C5FEDC233D28}"/>
                </a:ext>
              </a:extLst>
            </p:cNvPr>
            <p:cNvCxnSpPr>
              <a:cxnSpLocks/>
            </p:cNvCxnSpPr>
            <p:nvPr/>
          </p:nvCxnSpPr>
          <p:spPr>
            <a:xfrm>
              <a:off x="2528609" y="4978142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grpSp>
        <p:nvGrpSpPr>
          <p:cNvPr id="641" name="组合 640">
            <a:extLst>
              <a:ext uri="{FF2B5EF4-FFF2-40B4-BE49-F238E27FC236}">
                <a16:creationId xmlns:a16="http://schemas.microsoft.com/office/drawing/2014/main" id="{64892F1E-560E-47CA-B501-9F1E3A92604C}"/>
              </a:ext>
            </a:extLst>
          </p:cNvPr>
          <p:cNvGrpSpPr/>
          <p:nvPr/>
        </p:nvGrpSpPr>
        <p:grpSpPr>
          <a:xfrm>
            <a:off x="2226093" y="21952324"/>
            <a:ext cx="4806077" cy="1024398"/>
            <a:chOff x="782716" y="3988443"/>
            <a:chExt cx="2083371" cy="512199"/>
          </a:xfrm>
        </p:grpSpPr>
        <p:grpSp>
          <p:nvGrpSpPr>
            <p:cNvPr id="642" name="组合 641">
              <a:extLst>
                <a:ext uri="{FF2B5EF4-FFF2-40B4-BE49-F238E27FC236}">
                  <a16:creationId xmlns:a16="http://schemas.microsoft.com/office/drawing/2014/main" id="{BFBC2D6E-AE1B-4502-9479-9F89C129E1DA}"/>
                </a:ext>
              </a:extLst>
            </p:cNvPr>
            <p:cNvGrpSpPr/>
            <p:nvPr/>
          </p:nvGrpSpPr>
          <p:grpSpPr>
            <a:xfrm>
              <a:off x="782716" y="3988443"/>
              <a:ext cx="2083371" cy="511850"/>
              <a:chOff x="782716" y="3988443"/>
              <a:chExt cx="2083371" cy="511850"/>
            </a:xfrm>
          </p:grpSpPr>
          <p:sp>
            <p:nvSpPr>
              <p:cNvPr id="644" name="Google Shape;379;p22">
                <a:extLst>
                  <a:ext uri="{FF2B5EF4-FFF2-40B4-BE49-F238E27FC236}">
                    <a16:creationId xmlns:a16="http://schemas.microsoft.com/office/drawing/2014/main" id="{9517396F-6E24-45D6-9561-004544578EDC}"/>
                  </a:ext>
                </a:extLst>
              </p:cNvPr>
              <p:cNvSpPr/>
              <p:nvPr/>
            </p:nvSpPr>
            <p:spPr>
              <a:xfrm>
                <a:off x="782716" y="3988443"/>
                <a:ext cx="2014251" cy="511850"/>
              </a:xfrm>
              <a:prstGeom prst="roundRect">
                <a:avLst>
                  <a:gd name="adj" fmla="val 15640"/>
                </a:avLst>
              </a:prstGeom>
              <a:solidFill>
                <a:srgbClr val="89E0FF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r>
                  <a:rPr lang="en-US" altLang="zh-CN" sz="28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</a:t>
                </a:r>
              </a:p>
              <a:p>
                <a:r>
                  <a:rPr lang="en-US" sz="22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k=3, s=2, p=1</a:t>
                </a:r>
                <a:endParaRPr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45" name="直接连接符 644">
                <a:extLst>
                  <a:ext uri="{FF2B5EF4-FFF2-40B4-BE49-F238E27FC236}">
                    <a16:creationId xmlns:a16="http://schemas.microsoft.com/office/drawing/2014/main" id="{2C0A043F-A373-4599-A034-97A2A3E48B2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526463" y="3988443"/>
                <a:ext cx="2146" cy="508358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E5547A69-F2F6-4F77-A21A-31BF27545EB6}"/>
                  </a:ext>
                </a:extLst>
              </p:cNvPr>
              <p:cNvSpPr txBox="1"/>
              <p:nvPr/>
            </p:nvSpPr>
            <p:spPr>
              <a:xfrm>
                <a:off x="2461698" y="4010655"/>
                <a:ext cx="40438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</a:t>
                </a:r>
              </a:p>
            </p:txBody>
          </p:sp>
          <p:cxnSp>
            <p:nvCxnSpPr>
              <p:cNvPr id="647" name="直接连接符 646">
                <a:extLst>
                  <a:ext uri="{FF2B5EF4-FFF2-40B4-BE49-F238E27FC236}">
                    <a16:creationId xmlns:a16="http://schemas.microsoft.com/office/drawing/2014/main" id="{7A81A273-5998-4200-9CE0-83E59F3E10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8609" y="4248060"/>
                <a:ext cx="270565" cy="0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643" name="矩形 642">
              <a:extLst>
                <a:ext uri="{FF2B5EF4-FFF2-40B4-BE49-F238E27FC236}">
                  <a16:creationId xmlns:a16="http://schemas.microsoft.com/office/drawing/2014/main" id="{F4F9516E-B78E-4E84-A7DD-4E016402C183}"/>
                </a:ext>
              </a:extLst>
            </p:cNvPr>
            <p:cNvSpPr/>
            <p:nvPr/>
          </p:nvSpPr>
          <p:spPr>
            <a:xfrm>
              <a:off x="2545863" y="4269809"/>
              <a:ext cx="239873" cy="230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P4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48" name="组合 647">
            <a:extLst>
              <a:ext uri="{FF2B5EF4-FFF2-40B4-BE49-F238E27FC236}">
                <a16:creationId xmlns:a16="http://schemas.microsoft.com/office/drawing/2014/main" id="{0727FA27-F067-4D26-9106-1A1D59AFDDF4}"/>
              </a:ext>
            </a:extLst>
          </p:cNvPr>
          <p:cNvGrpSpPr/>
          <p:nvPr/>
        </p:nvGrpSpPr>
        <p:grpSpPr>
          <a:xfrm>
            <a:off x="2226093" y="25691074"/>
            <a:ext cx="4806077" cy="1028932"/>
            <a:chOff x="782716" y="4001143"/>
            <a:chExt cx="2083371" cy="514466"/>
          </a:xfrm>
        </p:grpSpPr>
        <p:grpSp>
          <p:nvGrpSpPr>
            <p:cNvPr id="649" name="组合 648">
              <a:extLst>
                <a:ext uri="{FF2B5EF4-FFF2-40B4-BE49-F238E27FC236}">
                  <a16:creationId xmlns:a16="http://schemas.microsoft.com/office/drawing/2014/main" id="{076D92C3-B656-4055-BB55-6D8A1B895EA3}"/>
                </a:ext>
              </a:extLst>
            </p:cNvPr>
            <p:cNvGrpSpPr/>
            <p:nvPr/>
          </p:nvGrpSpPr>
          <p:grpSpPr>
            <a:xfrm>
              <a:off x="782716" y="4001143"/>
              <a:ext cx="2083371" cy="511850"/>
              <a:chOff x="782716" y="4001143"/>
              <a:chExt cx="2083371" cy="511850"/>
            </a:xfrm>
          </p:grpSpPr>
          <p:sp>
            <p:nvSpPr>
              <p:cNvPr id="651" name="Google Shape;379;p22">
                <a:extLst>
                  <a:ext uri="{FF2B5EF4-FFF2-40B4-BE49-F238E27FC236}">
                    <a16:creationId xmlns:a16="http://schemas.microsoft.com/office/drawing/2014/main" id="{4B724F11-215D-472B-84B3-9ADE8A52A9D0}"/>
                  </a:ext>
                </a:extLst>
              </p:cNvPr>
              <p:cNvSpPr/>
              <p:nvPr/>
            </p:nvSpPr>
            <p:spPr>
              <a:xfrm>
                <a:off x="782716" y="4001143"/>
                <a:ext cx="2014251" cy="511850"/>
              </a:xfrm>
              <a:prstGeom prst="roundRect">
                <a:avLst>
                  <a:gd name="adj" fmla="val 15640"/>
                </a:avLst>
              </a:prstGeom>
              <a:solidFill>
                <a:srgbClr val="89E0FF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r>
                  <a:rPr lang="en-US" altLang="zh-CN" sz="28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</a:t>
                </a:r>
              </a:p>
              <a:p>
                <a:r>
                  <a:rPr lang="en-US" sz="22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k=3, s=2, p=1</a:t>
                </a:r>
                <a:endParaRPr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652" name="直接连接符 651">
                <a:extLst>
                  <a:ext uri="{FF2B5EF4-FFF2-40B4-BE49-F238E27FC236}">
                    <a16:creationId xmlns:a16="http://schemas.microsoft.com/office/drawing/2014/main" id="{B70120EC-4036-495B-B803-36E12A25D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5097" y="4001143"/>
                <a:ext cx="1367" cy="509947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53" name="文本框 652">
                <a:extLst>
                  <a:ext uri="{FF2B5EF4-FFF2-40B4-BE49-F238E27FC236}">
                    <a16:creationId xmlns:a16="http://schemas.microsoft.com/office/drawing/2014/main" id="{6BF42FB6-E501-47F6-93C4-A5E1BD91DC2F}"/>
                  </a:ext>
                </a:extLst>
              </p:cNvPr>
              <p:cNvSpPr txBox="1"/>
              <p:nvPr/>
            </p:nvSpPr>
            <p:spPr>
              <a:xfrm>
                <a:off x="2461698" y="4013376"/>
                <a:ext cx="40438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</a:t>
                </a:r>
              </a:p>
            </p:txBody>
          </p:sp>
          <p:cxnSp>
            <p:nvCxnSpPr>
              <p:cNvPr id="654" name="直接连接符 653">
                <a:extLst>
                  <a:ext uri="{FF2B5EF4-FFF2-40B4-BE49-F238E27FC236}">
                    <a16:creationId xmlns:a16="http://schemas.microsoft.com/office/drawing/2014/main" id="{A2AC0735-AE31-40B3-B76C-39F281725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8609" y="4248060"/>
                <a:ext cx="270565" cy="0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650" name="矩形 649">
              <a:extLst>
                <a:ext uri="{FF2B5EF4-FFF2-40B4-BE49-F238E27FC236}">
                  <a16:creationId xmlns:a16="http://schemas.microsoft.com/office/drawing/2014/main" id="{B80897D5-3FB8-4DFE-9C1E-1EC2D175B88B}"/>
                </a:ext>
              </a:extLst>
            </p:cNvPr>
            <p:cNvSpPr/>
            <p:nvPr/>
          </p:nvSpPr>
          <p:spPr>
            <a:xfrm>
              <a:off x="2545863" y="4284776"/>
              <a:ext cx="239873" cy="230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P5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661" name="Google Shape;394;p22">
            <a:extLst>
              <a:ext uri="{FF2B5EF4-FFF2-40B4-BE49-F238E27FC236}">
                <a16:creationId xmlns:a16="http://schemas.microsoft.com/office/drawing/2014/main" id="{10339E09-9404-499C-87E4-90618BE392CA}"/>
              </a:ext>
            </a:extLst>
          </p:cNvPr>
          <p:cNvCxnSpPr>
            <a:cxnSpLocks/>
            <a:stCxn id="320" idx="2"/>
            <a:endCxn id="339" idx="0"/>
          </p:cNvCxnSpPr>
          <p:nvPr/>
        </p:nvCxnSpPr>
        <p:spPr>
          <a:xfrm>
            <a:off x="4547196" y="9685218"/>
            <a:ext cx="2210" cy="179452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9" name="Google Shape;394;p22">
            <a:extLst>
              <a:ext uri="{FF2B5EF4-FFF2-40B4-BE49-F238E27FC236}">
                <a16:creationId xmlns:a16="http://schemas.microsoft.com/office/drawing/2014/main" id="{F9B0DC30-5C10-4A44-94F0-51BE02AA694C}"/>
              </a:ext>
            </a:extLst>
          </p:cNvPr>
          <p:cNvCxnSpPr>
            <a:cxnSpLocks/>
            <a:endCxn id="753" idx="2"/>
          </p:cNvCxnSpPr>
          <p:nvPr/>
        </p:nvCxnSpPr>
        <p:spPr>
          <a:xfrm flipV="1">
            <a:off x="12332655" y="22038654"/>
            <a:ext cx="8128" cy="68319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16" name="组合 715">
            <a:extLst>
              <a:ext uri="{FF2B5EF4-FFF2-40B4-BE49-F238E27FC236}">
                <a16:creationId xmlns:a16="http://schemas.microsoft.com/office/drawing/2014/main" id="{A206C50E-8A90-4EE4-A6F4-127FF93B364D}"/>
              </a:ext>
            </a:extLst>
          </p:cNvPr>
          <p:cNvGrpSpPr/>
          <p:nvPr/>
        </p:nvGrpSpPr>
        <p:grpSpPr>
          <a:xfrm>
            <a:off x="10017470" y="24120873"/>
            <a:ext cx="4656716" cy="712743"/>
            <a:chOff x="782716" y="4001141"/>
            <a:chExt cx="2018625" cy="234853"/>
          </a:xfrm>
        </p:grpSpPr>
        <p:sp>
          <p:nvSpPr>
            <p:cNvPr id="718" name="Google Shape;379;p22">
              <a:extLst>
                <a:ext uri="{FF2B5EF4-FFF2-40B4-BE49-F238E27FC236}">
                  <a16:creationId xmlns:a16="http://schemas.microsoft.com/office/drawing/2014/main" id="{28C3B72F-178F-4F2A-B2BF-C9A49A56965E}"/>
                </a:ext>
              </a:extLst>
            </p:cNvPr>
            <p:cNvSpPr/>
            <p:nvPr/>
          </p:nvSpPr>
          <p:spPr>
            <a:xfrm>
              <a:off x="782716" y="4001143"/>
              <a:ext cx="2014251" cy="234851"/>
            </a:xfrm>
            <a:prstGeom prst="roundRect">
              <a:avLst>
                <a:gd name="adj" fmla="val 15640"/>
              </a:avLst>
            </a:prstGeom>
            <a:solidFill>
              <a:srgbClr val="FFD03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 err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Concat</a:t>
              </a:r>
              <a:endParaRPr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19" name="直接连接符 718">
              <a:extLst>
                <a:ext uri="{FF2B5EF4-FFF2-40B4-BE49-F238E27FC236}">
                  <a16:creationId xmlns:a16="http://schemas.microsoft.com/office/drawing/2014/main" id="{6CD2110C-9001-4284-9DAF-B5B9B1DA7B08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52" y="4001141"/>
              <a:ext cx="0" cy="234852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20" name="文本框 719">
              <a:extLst>
                <a:ext uri="{FF2B5EF4-FFF2-40B4-BE49-F238E27FC236}">
                  <a16:creationId xmlns:a16="http://schemas.microsoft.com/office/drawing/2014/main" id="{B8AC3543-06C8-4CB8-AEB0-8517A7E4ED80}"/>
                </a:ext>
              </a:extLst>
            </p:cNvPr>
            <p:cNvSpPr txBox="1"/>
            <p:nvPr/>
          </p:nvSpPr>
          <p:spPr>
            <a:xfrm>
              <a:off x="2526453" y="4045474"/>
              <a:ext cx="274888" cy="1521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11</a:t>
              </a:r>
            </a:p>
          </p:txBody>
        </p:sp>
      </p:grpSp>
      <p:grpSp>
        <p:nvGrpSpPr>
          <p:cNvPr id="722" name="组合 721">
            <a:extLst>
              <a:ext uri="{FF2B5EF4-FFF2-40B4-BE49-F238E27FC236}">
                <a16:creationId xmlns:a16="http://schemas.microsoft.com/office/drawing/2014/main" id="{16C43049-43AA-41AA-BFAF-5B53E70682AD}"/>
              </a:ext>
            </a:extLst>
          </p:cNvPr>
          <p:cNvGrpSpPr/>
          <p:nvPr/>
        </p:nvGrpSpPr>
        <p:grpSpPr>
          <a:xfrm>
            <a:off x="10017476" y="26307264"/>
            <a:ext cx="4674059" cy="712743"/>
            <a:chOff x="782716" y="4001141"/>
            <a:chExt cx="2026143" cy="234853"/>
          </a:xfrm>
        </p:grpSpPr>
        <p:sp>
          <p:nvSpPr>
            <p:cNvPr id="723" name="Google Shape;379;p22">
              <a:extLst>
                <a:ext uri="{FF2B5EF4-FFF2-40B4-BE49-F238E27FC236}">
                  <a16:creationId xmlns:a16="http://schemas.microsoft.com/office/drawing/2014/main" id="{843BE731-7AC6-4901-993E-3D844FADABC3}"/>
                </a:ext>
              </a:extLst>
            </p:cNvPr>
            <p:cNvSpPr/>
            <p:nvPr/>
          </p:nvSpPr>
          <p:spPr>
            <a:xfrm>
              <a:off x="782716" y="4001143"/>
              <a:ext cx="2014251" cy="234851"/>
            </a:xfrm>
            <a:prstGeom prst="roundRect">
              <a:avLst>
                <a:gd name="adj" fmla="val 15640"/>
              </a:avLst>
            </a:prstGeom>
            <a:solidFill>
              <a:srgbClr val="A8D973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 err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Upsample</a:t>
              </a:r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24" name="直接连接符 723">
              <a:extLst>
                <a:ext uri="{FF2B5EF4-FFF2-40B4-BE49-F238E27FC236}">
                  <a16:creationId xmlns:a16="http://schemas.microsoft.com/office/drawing/2014/main" id="{3FB7E118-035F-42BE-AA1D-A328E352D530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5" y="4001141"/>
              <a:ext cx="0" cy="234851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25" name="文本框 724">
              <a:extLst>
                <a:ext uri="{FF2B5EF4-FFF2-40B4-BE49-F238E27FC236}">
                  <a16:creationId xmlns:a16="http://schemas.microsoft.com/office/drawing/2014/main" id="{B046A3B9-6CBA-45D8-A0FA-DE70B9973DE3}"/>
                </a:ext>
              </a:extLst>
            </p:cNvPr>
            <p:cNvSpPr txBox="1"/>
            <p:nvPr/>
          </p:nvSpPr>
          <p:spPr>
            <a:xfrm>
              <a:off x="2530307" y="4045474"/>
              <a:ext cx="278552" cy="1521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10</a:t>
              </a:r>
            </a:p>
          </p:txBody>
        </p:sp>
      </p:grpSp>
      <p:cxnSp>
        <p:nvCxnSpPr>
          <p:cNvPr id="732" name="Google Shape;394;p22">
            <a:extLst>
              <a:ext uri="{FF2B5EF4-FFF2-40B4-BE49-F238E27FC236}">
                <a16:creationId xmlns:a16="http://schemas.microsoft.com/office/drawing/2014/main" id="{62311843-7E26-4416-A01F-7C01FBF3BEA5}"/>
              </a:ext>
            </a:extLst>
          </p:cNvPr>
          <p:cNvCxnSpPr>
            <a:cxnSpLocks/>
            <a:stCxn id="339" idx="2"/>
            <a:endCxn id="318" idx="0"/>
          </p:cNvCxnSpPr>
          <p:nvPr/>
        </p:nvCxnSpPr>
        <p:spPr>
          <a:xfrm flipH="1">
            <a:off x="4547194" y="12503445"/>
            <a:ext cx="2212" cy="179591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3" name="Google Shape;394;p22">
            <a:extLst>
              <a:ext uri="{FF2B5EF4-FFF2-40B4-BE49-F238E27FC236}">
                <a16:creationId xmlns:a16="http://schemas.microsoft.com/office/drawing/2014/main" id="{C87A87C0-8DA3-4807-A277-3CFAD0E8FDBF}"/>
              </a:ext>
            </a:extLst>
          </p:cNvPr>
          <p:cNvCxnSpPr>
            <a:cxnSpLocks/>
            <a:stCxn id="318" idx="2"/>
            <a:endCxn id="621" idx="0"/>
          </p:cNvCxnSpPr>
          <p:nvPr/>
        </p:nvCxnSpPr>
        <p:spPr>
          <a:xfrm>
            <a:off x="4547194" y="15323064"/>
            <a:ext cx="2212" cy="179452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4" name="Google Shape;394;p22">
            <a:extLst>
              <a:ext uri="{FF2B5EF4-FFF2-40B4-BE49-F238E27FC236}">
                <a16:creationId xmlns:a16="http://schemas.microsoft.com/office/drawing/2014/main" id="{9B17F80A-37B8-4333-B350-10142A8B3F8A}"/>
              </a:ext>
            </a:extLst>
          </p:cNvPr>
          <p:cNvCxnSpPr>
            <a:cxnSpLocks/>
            <a:stCxn id="621" idx="2"/>
            <a:endCxn id="631" idx="0"/>
          </p:cNvCxnSpPr>
          <p:nvPr/>
        </p:nvCxnSpPr>
        <p:spPr>
          <a:xfrm flipH="1">
            <a:off x="4547194" y="18141289"/>
            <a:ext cx="2212" cy="179452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5" name="Google Shape;394;p22">
            <a:extLst>
              <a:ext uri="{FF2B5EF4-FFF2-40B4-BE49-F238E27FC236}">
                <a16:creationId xmlns:a16="http://schemas.microsoft.com/office/drawing/2014/main" id="{A040450C-5740-4909-9C61-DB7D08EE67A3}"/>
              </a:ext>
            </a:extLst>
          </p:cNvPr>
          <p:cNvCxnSpPr>
            <a:cxnSpLocks/>
            <a:stCxn id="644" idx="2"/>
            <a:endCxn id="637" idx="0"/>
          </p:cNvCxnSpPr>
          <p:nvPr/>
        </p:nvCxnSpPr>
        <p:spPr>
          <a:xfrm flipH="1">
            <a:off x="4547194" y="22976024"/>
            <a:ext cx="2212" cy="99350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6" name="Google Shape;394;p22">
            <a:extLst>
              <a:ext uri="{FF2B5EF4-FFF2-40B4-BE49-F238E27FC236}">
                <a16:creationId xmlns:a16="http://schemas.microsoft.com/office/drawing/2014/main" id="{28B8F733-8ECE-4635-BA30-B02823C6D6D7}"/>
              </a:ext>
            </a:extLst>
          </p:cNvPr>
          <p:cNvCxnSpPr>
            <a:cxnSpLocks/>
            <a:stCxn id="651" idx="2"/>
            <a:endCxn id="700" idx="0"/>
          </p:cNvCxnSpPr>
          <p:nvPr/>
        </p:nvCxnSpPr>
        <p:spPr>
          <a:xfrm flipH="1">
            <a:off x="4547200" y="26714774"/>
            <a:ext cx="2206" cy="64407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8" name="Google Shape;394;p22">
            <a:extLst>
              <a:ext uri="{FF2B5EF4-FFF2-40B4-BE49-F238E27FC236}">
                <a16:creationId xmlns:a16="http://schemas.microsoft.com/office/drawing/2014/main" id="{D98D5515-FC1B-4DF0-A3C2-461E133BFBDD}"/>
              </a:ext>
            </a:extLst>
          </p:cNvPr>
          <p:cNvCxnSpPr>
            <a:cxnSpLocks/>
            <a:endCxn id="723" idx="2"/>
          </p:cNvCxnSpPr>
          <p:nvPr/>
        </p:nvCxnSpPr>
        <p:spPr>
          <a:xfrm flipV="1">
            <a:off x="12332648" y="27020007"/>
            <a:ext cx="8141" cy="236069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48" name="组合 747">
            <a:extLst>
              <a:ext uri="{FF2B5EF4-FFF2-40B4-BE49-F238E27FC236}">
                <a16:creationId xmlns:a16="http://schemas.microsoft.com/office/drawing/2014/main" id="{3DB2CADD-9979-446D-86E6-7E1842284A96}"/>
              </a:ext>
            </a:extLst>
          </p:cNvPr>
          <p:cNvGrpSpPr/>
          <p:nvPr/>
        </p:nvGrpSpPr>
        <p:grpSpPr>
          <a:xfrm>
            <a:off x="10017470" y="20083911"/>
            <a:ext cx="4646626" cy="712737"/>
            <a:chOff x="782716" y="4001143"/>
            <a:chExt cx="2014251" cy="234851"/>
          </a:xfrm>
        </p:grpSpPr>
        <p:sp>
          <p:nvSpPr>
            <p:cNvPr id="749" name="Google Shape;379;p22">
              <a:extLst>
                <a:ext uri="{FF2B5EF4-FFF2-40B4-BE49-F238E27FC236}">
                  <a16:creationId xmlns:a16="http://schemas.microsoft.com/office/drawing/2014/main" id="{C766A0FD-80B0-4CA1-8C98-9767E0921A3D}"/>
                </a:ext>
              </a:extLst>
            </p:cNvPr>
            <p:cNvSpPr/>
            <p:nvPr/>
          </p:nvSpPr>
          <p:spPr>
            <a:xfrm>
              <a:off x="782716" y="4001143"/>
              <a:ext cx="2014251" cy="234851"/>
            </a:xfrm>
            <a:prstGeom prst="roundRect">
              <a:avLst>
                <a:gd name="adj" fmla="val 15640"/>
              </a:avLst>
            </a:prstGeom>
            <a:solidFill>
              <a:srgbClr val="FFD03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 err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Concat</a:t>
              </a:r>
              <a:endParaRPr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0" name="直接连接符 749">
              <a:extLst>
                <a:ext uri="{FF2B5EF4-FFF2-40B4-BE49-F238E27FC236}">
                  <a16:creationId xmlns:a16="http://schemas.microsoft.com/office/drawing/2014/main" id="{C2BCF91D-BFAD-491E-AEE8-664EE0A990D3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4" y="4006119"/>
              <a:ext cx="0" cy="229875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51" name="文本框 750">
              <a:extLst>
                <a:ext uri="{FF2B5EF4-FFF2-40B4-BE49-F238E27FC236}">
                  <a16:creationId xmlns:a16="http://schemas.microsoft.com/office/drawing/2014/main" id="{761D0C8E-FC49-4ADE-902D-04817C027647}"/>
                </a:ext>
              </a:extLst>
            </p:cNvPr>
            <p:cNvSpPr txBox="1"/>
            <p:nvPr/>
          </p:nvSpPr>
          <p:spPr>
            <a:xfrm>
              <a:off x="2514346" y="4045474"/>
              <a:ext cx="278553" cy="1521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14</a:t>
              </a:r>
            </a:p>
          </p:txBody>
        </p:sp>
      </p:grpSp>
      <p:grpSp>
        <p:nvGrpSpPr>
          <p:cNvPr id="752" name="组合 751">
            <a:extLst>
              <a:ext uri="{FF2B5EF4-FFF2-40B4-BE49-F238E27FC236}">
                <a16:creationId xmlns:a16="http://schemas.microsoft.com/office/drawing/2014/main" id="{5919502F-2803-4E9C-AA1A-D4EEE75C370F}"/>
              </a:ext>
            </a:extLst>
          </p:cNvPr>
          <p:cNvGrpSpPr/>
          <p:nvPr/>
        </p:nvGrpSpPr>
        <p:grpSpPr>
          <a:xfrm>
            <a:off x="10017470" y="21325908"/>
            <a:ext cx="4646626" cy="712746"/>
            <a:chOff x="782716" y="4001140"/>
            <a:chExt cx="2014251" cy="234854"/>
          </a:xfrm>
        </p:grpSpPr>
        <p:sp>
          <p:nvSpPr>
            <p:cNvPr id="753" name="Google Shape;379;p22">
              <a:extLst>
                <a:ext uri="{FF2B5EF4-FFF2-40B4-BE49-F238E27FC236}">
                  <a16:creationId xmlns:a16="http://schemas.microsoft.com/office/drawing/2014/main" id="{DFB3370B-CD86-40C4-91BF-01F92CAD01C1}"/>
                </a:ext>
              </a:extLst>
            </p:cNvPr>
            <p:cNvSpPr/>
            <p:nvPr/>
          </p:nvSpPr>
          <p:spPr>
            <a:xfrm>
              <a:off x="782716" y="4001143"/>
              <a:ext cx="2014251" cy="234851"/>
            </a:xfrm>
            <a:prstGeom prst="roundRect">
              <a:avLst>
                <a:gd name="adj" fmla="val 15640"/>
              </a:avLst>
            </a:prstGeom>
            <a:solidFill>
              <a:srgbClr val="A8D973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 err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Upsample</a:t>
              </a:r>
              <a:endParaRPr sz="2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54" name="直接连接符 753">
              <a:extLst>
                <a:ext uri="{FF2B5EF4-FFF2-40B4-BE49-F238E27FC236}">
                  <a16:creationId xmlns:a16="http://schemas.microsoft.com/office/drawing/2014/main" id="{CAF626D1-BF86-493F-B02D-4B4D88839C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4577" y="4001140"/>
              <a:ext cx="1888" cy="234851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55" name="文本框 754">
              <a:extLst>
                <a:ext uri="{FF2B5EF4-FFF2-40B4-BE49-F238E27FC236}">
                  <a16:creationId xmlns:a16="http://schemas.microsoft.com/office/drawing/2014/main" id="{B2E08E57-9112-4DBF-9FAC-A472D11E7C48}"/>
                </a:ext>
              </a:extLst>
            </p:cNvPr>
            <p:cNvSpPr txBox="1"/>
            <p:nvPr/>
          </p:nvSpPr>
          <p:spPr>
            <a:xfrm>
              <a:off x="2514346" y="4045474"/>
              <a:ext cx="282609" cy="1521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</a:t>
              </a:r>
            </a:p>
          </p:txBody>
        </p:sp>
      </p:grpSp>
      <p:cxnSp>
        <p:nvCxnSpPr>
          <p:cNvPr id="765" name="Google Shape;394;p22">
            <a:extLst>
              <a:ext uri="{FF2B5EF4-FFF2-40B4-BE49-F238E27FC236}">
                <a16:creationId xmlns:a16="http://schemas.microsoft.com/office/drawing/2014/main" id="{53A72B52-FC32-4E04-8B7D-25EB555E6CCD}"/>
              </a:ext>
            </a:extLst>
          </p:cNvPr>
          <p:cNvCxnSpPr>
            <a:cxnSpLocks/>
            <a:stCxn id="718" idx="0"/>
            <a:endCxn id="761" idx="2"/>
          </p:cNvCxnSpPr>
          <p:nvPr/>
        </p:nvCxnSpPr>
        <p:spPr>
          <a:xfrm flipH="1" flipV="1">
            <a:off x="12340758" y="23591614"/>
            <a:ext cx="25" cy="52926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90" name="组合 789">
            <a:extLst>
              <a:ext uri="{FF2B5EF4-FFF2-40B4-BE49-F238E27FC236}">
                <a16:creationId xmlns:a16="http://schemas.microsoft.com/office/drawing/2014/main" id="{1D7807E7-3D64-4052-9121-1815E45EBD6B}"/>
              </a:ext>
            </a:extLst>
          </p:cNvPr>
          <p:cNvGrpSpPr/>
          <p:nvPr/>
        </p:nvGrpSpPr>
        <p:grpSpPr>
          <a:xfrm>
            <a:off x="17930934" y="21109709"/>
            <a:ext cx="4806077" cy="1023700"/>
            <a:chOff x="782716" y="3988443"/>
            <a:chExt cx="2083371" cy="511850"/>
          </a:xfrm>
        </p:grpSpPr>
        <p:grpSp>
          <p:nvGrpSpPr>
            <p:cNvPr id="791" name="组合 790">
              <a:extLst>
                <a:ext uri="{FF2B5EF4-FFF2-40B4-BE49-F238E27FC236}">
                  <a16:creationId xmlns:a16="http://schemas.microsoft.com/office/drawing/2014/main" id="{5997B8D4-24B2-469B-9A24-501CC8CC1AE0}"/>
                </a:ext>
              </a:extLst>
            </p:cNvPr>
            <p:cNvGrpSpPr/>
            <p:nvPr/>
          </p:nvGrpSpPr>
          <p:grpSpPr>
            <a:xfrm>
              <a:off x="782716" y="3988443"/>
              <a:ext cx="2083371" cy="511850"/>
              <a:chOff x="782716" y="3988443"/>
              <a:chExt cx="2083371" cy="511850"/>
            </a:xfrm>
          </p:grpSpPr>
          <p:sp>
            <p:nvSpPr>
              <p:cNvPr id="793" name="Google Shape;379;p22">
                <a:extLst>
                  <a:ext uri="{FF2B5EF4-FFF2-40B4-BE49-F238E27FC236}">
                    <a16:creationId xmlns:a16="http://schemas.microsoft.com/office/drawing/2014/main" id="{E1DF16AC-E1FF-4751-B087-E7A213AB9975}"/>
                  </a:ext>
                </a:extLst>
              </p:cNvPr>
              <p:cNvSpPr/>
              <p:nvPr/>
            </p:nvSpPr>
            <p:spPr>
              <a:xfrm>
                <a:off x="782716" y="3988443"/>
                <a:ext cx="2014251" cy="511850"/>
              </a:xfrm>
              <a:prstGeom prst="roundRect">
                <a:avLst>
                  <a:gd name="adj" fmla="val 15640"/>
                </a:avLst>
              </a:prstGeom>
              <a:solidFill>
                <a:srgbClr val="89E0FF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r>
                  <a:rPr lang="en-US" altLang="zh-CN" sz="28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</a:t>
                </a:r>
              </a:p>
              <a:p>
                <a:r>
                  <a:rPr lang="en-US" sz="22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k=3, s=2, p=1</a:t>
                </a:r>
                <a:endParaRPr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794" name="直接连接符 793">
                <a:extLst>
                  <a:ext uri="{FF2B5EF4-FFF2-40B4-BE49-F238E27FC236}">
                    <a16:creationId xmlns:a16="http://schemas.microsoft.com/office/drawing/2014/main" id="{DA80DC85-C4D8-4321-9439-7AB7022F5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5253" y="3988443"/>
                <a:ext cx="1210" cy="508358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795" name="文本框 794">
                <a:extLst>
                  <a:ext uri="{FF2B5EF4-FFF2-40B4-BE49-F238E27FC236}">
                    <a16:creationId xmlns:a16="http://schemas.microsoft.com/office/drawing/2014/main" id="{B8D0AC0D-8123-4D67-B5CE-80A987148898}"/>
                  </a:ext>
                </a:extLst>
              </p:cNvPr>
              <p:cNvSpPr txBox="1"/>
              <p:nvPr/>
            </p:nvSpPr>
            <p:spPr>
              <a:xfrm>
                <a:off x="2461698" y="4013376"/>
                <a:ext cx="40438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</a:p>
            </p:txBody>
          </p:sp>
          <p:cxnSp>
            <p:nvCxnSpPr>
              <p:cNvPr id="796" name="直接连接符 795">
                <a:extLst>
                  <a:ext uri="{FF2B5EF4-FFF2-40B4-BE49-F238E27FC236}">
                    <a16:creationId xmlns:a16="http://schemas.microsoft.com/office/drawing/2014/main" id="{6FBAA2D2-AC30-4DEB-A214-30C607E28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8609" y="4248060"/>
                <a:ext cx="270565" cy="0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792" name="矩形 791">
              <a:extLst>
                <a:ext uri="{FF2B5EF4-FFF2-40B4-BE49-F238E27FC236}">
                  <a16:creationId xmlns:a16="http://schemas.microsoft.com/office/drawing/2014/main" id="{3B2535B4-0A78-43D8-AC4C-8ADAD62EAC77}"/>
                </a:ext>
              </a:extLst>
            </p:cNvPr>
            <p:cNvSpPr/>
            <p:nvPr/>
          </p:nvSpPr>
          <p:spPr>
            <a:xfrm>
              <a:off x="2545863" y="4263005"/>
              <a:ext cx="239873" cy="230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P3</a:t>
              </a:r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97" name="组合 796">
            <a:extLst>
              <a:ext uri="{FF2B5EF4-FFF2-40B4-BE49-F238E27FC236}">
                <a16:creationId xmlns:a16="http://schemas.microsoft.com/office/drawing/2014/main" id="{166BB8DE-93C0-46F9-A299-6DE3651C96FD}"/>
              </a:ext>
            </a:extLst>
          </p:cNvPr>
          <p:cNvGrpSpPr/>
          <p:nvPr/>
        </p:nvGrpSpPr>
        <p:grpSpPr>
          <a:xfrm>
            <a:off x="17930935" y="22726607"/>
            <a:ext cx="4662469" cy="712737"/>
            <a:chOff x="782716" y="4001143"/>
            <a:chExt cx="2021119" cy="234851"/>
          </a:xfrm>
        </p:grpSpPr>
        <p:sp>
          <p:nvSpPr>
            <p:cNvPr id="798" name="Google Shape;379;p22">
              <a:extLst>
                <a:ext uri="{FF2B5EF4-FFF2-40B4-BE49-F238E27FC236}">
                  <a16:creationId xmlns:a16="http://schemas.microsoft.com/office/drawing/2014/main" id="{3180D9FB-11B4-4C9F-BA1A-80242343427F}"/>
                </a:ext>
              </a:extLst>
            </p:cNvPr>
            <p:cNvSpPr/>
            <p:nvPr/>
          </p:nvSpPr>
          <p:spPr>
            <a:xfrm>
              <a:off x="782716" y="4001143"/>
              <a:ext cx="2014251" cy="234851"/>
            </a:xfrm>
            <a:prstGeom prst="roundRect">
              <a:avLst>
                <a:gd name="adj" fmla="val 15640"/>
              </a:avLst>
            </a:prstGeom>
            <a:solidFill>
              <a:srgbClr val="FFD03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 err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Concat</a:t>
              </a:r>
              <a:endParaRPr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99" name="直接连接符 798">
              <a:extLst>
                <a:ext uri="{FF2B5EF4-FFF2-40B4-BE49-F238E27FC236}">
                  <a16:creationId xmlns:a16="http://schemas.microsoft.com/office/drawing/2014/main" id="{E933BD16-C0E8-4287-8813-4C1DF8E4EA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5253" y="4006119"/>
              <a:ext cx="1" cy="229874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00" name="文本框 799">
              <a:extLst>
                <a:ext uri="{FF2B5EF4-FFF2-40B4-BE49-F238E27FC236}">
                  <a16:creationId xmlns:a16="http://schemas.microsoft.com/office/drawing/2014/main" id="{1220E65B-FD59-4046-9D22-A317CD028B6F}"/>
                </a:ext>
              </a:extLst>
            </p:cNvPr>
            <p:cNvSpPr txBox="1"/>
            <p:nvPr/>
          </p:nvSpPr>
          <p:spPr>
            <a:xfrm>
              <a:off x="2516211" y="4045474"/>
              <a:ext cx="287624" cy="1521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17</a:t>
              </a:r>
            </a:p>
          </p:txBody>
        </p:sp>
      </p:grpSp>
      <p:grpSp>
        <p:nvGrpSpPr>
          <p:cNvPr id="810" name="组合 809">
            <a:extLst>
              <a:ext uri="{FF2B5EF4-FFF2-40B4-BE49-F238E27FC236}">
                <a16:creationId xmlns:a16="http://schemas.microsoft.com/office/drawing/2014/main" id="{97ACC23B-F64F-43E0-B953-A32BD5F84068}"/>
              </a:ext>
            </a:extLst>
          </p:cNvPr>
          <p:cNvGrpSpPr/>
          <p:nvPr/>
        </p:nvGrpSpPr>
        <p:grpSpPr>
          <a:xfrm>
            <a:off x="17930935" y="26802955"/>
            <a:ext cx="4806077" cy="1023700"/>
            <a:chOff x="782716" y="3988443"/>
            <a:chExt cx="2083371" cy="511850"/>
          </a:xfrm>
        </p:grpSpPr>
        <p:grpSp>
          <p:nvGrpSpPr>
            <p:cNvPr id="811" name="组合 810">
              <a:extLst>
                <a:ext uri="{FF2B5EF4-FFF2-40B4-BE49-F238E27FC236}">
                  <a16:creationId xmlns:a16="http://schemas.microsoft.com/office/drawing/2014/main" id="{C7F496B8-2BEA-47F5-9204-8BE79E681021}"/>
                </a:ext>
              </a:extLst>
            </p:cNvPr>
            <p:cNvGrpSpPr/>
            <p:nvPr/>
          </p:nvGrpSpPr>
          <p:grpSpPr>
            <a:xfrm>
              <a:off x="782716" y="3988443"/>
              <a:ext cx="2083371" cy="511850"/>
              <a:chOff x="782716" y="3988443"/>
              <a:chExt cx="2083371" cy="511850"/>
            </a:xfrm>
          </p:grpSpPr>
          <p:sp>
            <p:nvSpPr>
              <p:cNvPr id="813" name="Google Shape;379;p22">
                <a:extLst>
                  <a:ext uri="{FF2B5EF4-FFF2-40B4-BE49-F238E27FC236}">
                    <a16:creationId xmlns:a16="http://schemas.microsoft.com/office/drawing/2014/main" id="{2D248DD2-05FF-4650-A9CA-FD4835E7BD50}"/>
                  </a:ext>
                </a:extLst>
              </p:cNvPr>
              <p:cNvSpPr/>
              <p:nvPr/>
            </p:nvSpPr>
            <p:spPr>
              <a:xfrm>
                <a:off x="782716" y="3988443"/>
                <a:ext cx="2014251" cy="511850"/>
              </a:xfrm>
              <a:prstGeom prst="roundRect">
                <a:avLst>
                  <a:gd name="adj" fmla="val 15640"/>
                </a:avLst>
              </a:prstGeom>
              <a:solidFill>
                <a:srgbClr val="89E0FF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r>
                  <a:rPr lang="en-US" altLang="zh-CN" sz="28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</a:t>
                </a:r>
              </a:p>
              <a:p>
                <a:r>
                  <a:rPr lang="en-US" sz="22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k=3, s=2, p=1</a:t>
                </a:r>
                <a:endParaRPr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14" name="直接连接符 813">
                <a:extLst>
                  <a:ext uri="{FF2B5EF4-FFF2-40B4-BE49-F238E27FC236}">
                    <a16:creationId xmlns:a16="http://schemas.microsoft.com/office/drawing/2014/main" id="{F7325C39-6B44-486A-AAC1-CB2D7B27EC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6463" y="3988443"/>
                <a:ext cx="0" cy="508358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815" name="文本框 814">
                <a:extLst>
                  <a:ext uri="{FF2B5EF4-FFF2-40B4-BE49-F238E27FC236}">
                    <a16:creationId xmlns:a16="http://schemas.microsoft.com/office/drawing/2014/main" id="{08AEF918-8DB7-46CD-9249-FFE164EB0E75}"/>
                  </a:ext>
                </a:extLst>
              </p:cNvPr>
              <p:cNvSpPr txBox="1"/>
              <p:nvPr/>
            </p:nvSpPr>
            <p:spPr>
              <a:xfrm>
                <a:off x="2461698" y="4013376"/>
                <a:ext cx="404389" cy="23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19</a:t>
                </a:r>
              </a:p>
            </p:txBody>
          </p:sp>
          <p:cxnSp>
            <p:nvCxnSpPr>
              <p:cNvPr id="816" name="直接连接符 815">
                <a:extLst>
                  <a:ext uri="{FF2B5EF4-FFF2-40B4-BE49-F238E27FC236}">
                    <a16:creationId xmlns:a16="http://schemas.microsoft.com/office/drawing/2014/main" id="{DF477947-6899-45C5-A705-865A7C40DE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8609" y="4248060"/>
                <a:ext cx="270565" cy="0"/>
              </a:xfrm>
              <a:prstGeom prst="line">
                <a:avLst/>
              </a:prstGeom>
              <a:ln w="19050" cap="flat" cmpd="sng" algn="ctr">
                <a:solidFill>
                  <a:srgbClr val="999999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sp>
          <p:nvSpPr>
            <p:cNvPr id="812" name="矩形 811">
              <a:extLst>
                <a:ext uri="{FF2B5EF4-FFF2-40B4-BE49-F238E27FC236}">
                  <a16:creationId xmlns:a16="http://schemas.microsoft.com/office/drawing/2014/main" id="{6CD4BE3F-FF12-419A-9677-CEB393F8A13C}"/>
                </a:ext>
              </a:extLst>
            </p:cNvPr>
            <p:cNvSpPr/>
            <p:nvPr/>
          </p:nvSpPr>
          <p:spPr>
            <a:xfrm>
              <a:off x="2625761" y="4241234"/>
              <a:ext cx="80078" cy="2308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endParaRPr lang="zh-CN" altLang="en-US"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7" name="组合 816">
            <a:extLst>
              <a:ext uri="{FF2B5EF4-FFF2-40B4-BE49-F238E27FC236}">
                <a16:creationId xmlns:a16="http://schemas.microsoft.com/office/drawing/2014/main" id="{0FBA0950-588C-45EA-90A3-DAB8CF7FF764}"/>
              </a:ext>
            </a:extLst>
          </p:cNvPr>
          <p:cNvGrpSpPr/>
          <p:nvPr/>
        </p:nvGrpSpPr>
        <p:grpSpPr>
          <a:xfrm>
            <a:off x="17930929" y="29024332"/>
            <a:ext cx="4684440" cy="712746"/>
            <a:chOff x="782716" y="4001140"/>
            <a:chExt cx="2030643" cy="234854"/>
          </a:xfrm>
        </p:grpSpPr>
        <p:sp>
          <p:nvSpPr>
            <p:cNvPr id="818" name="Google Shape;379;p22">
              <a:extLst>
                <a:ext uri="{FF2B5EF4-FFF2-40B4-BE49-F238E27FC236}">
                  <a16:creationId xmlns:a16="http://schemas.microsoft.com/office/drawing/2014/main" id="{11609085-BEBA-4A7D-981F-D83CEB884696}"/>
                </a:ext>
              </a:extLst>
            </p:cNvPr>
            <p:cNvSpPr/>
            <p:nvPr/>
          </p:nvSpPr>
          <p:spPr>
            <a:xfrm>
              <a:off x="782716" y="4001143"/>
              <a:ext cx="2014251" cy="234851"/>
            </a:xfrm>
            <a:prstGeom prst="roundRect">
              <a:avLst>
                <a:gd name="adj" fmla="val 15640"/>
              </a:avLst>
            </a:prstGeom>
            <a:solidFill>
              <a:srgbClr val="FFD03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 err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Concat</a:t>
              </a:r>
              <a:endParaRPr sz="24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19" name="直接连接符 818">
              <a:extLst>
                <a:ext uri="{FF2B5EF4-FFF2-40B4-BE49-F238E27FC236}">
                  <a16:creationId xmlns:a16="http://schemas.microsoft.com/office/drawing/2014/main" id="{68ADF006-A434-4215-AF85-4A3BE4CCCA24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4" y="4001140"/>
              <a:ext cx="0" cy="234851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20" name="文本框 819">
              <a:extLst>
                <a:ext uri="{FF2B5EF4-FFF2-40B4-BE49-F238E27FC236}">
                  <a16:creationId xmlns:a16="http://schemas.microsoft.com/office/drawing/2014/main" id="{88092AB0-EC4C-40A4-8834-D08850D4BC87}"/>
                </a:ext>
              </a:extLst>
            </p:cNvPr>
            <p:cNvSpPr txBox="1"/>
            <p:nvPr/>
          </p:nvSpPr>
          <p:spPr>
            <a:xfrm>
              <a:off x="2525736" y="4045474"/>
              <a:ext cx="287623" cy="1521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</a:t>
              </a:r>
            </a:p>
          </p:txBody>
        </p:sp>
      </p:grpSp>
      <p:cxnSp>
        <p:nvCxnSpPr>
          <p:cNvPr id="829" name="Google Shape;394;p22">
            <a:extLst>
              <a:ext uri="{FF2B5EF4-FFF2-40B4-BE49-F238E27FC236}">
                <a16:creationId xmlns:a16="http://schemas.microsoft.com/office/drawing/2014/main" id="{CE678F96-D03D-467F-87BA-DA32C5669D6D}"/>
              </a:ext>
            </a:extLst>
          </p:cNvPr>
          <p:cNvCxnSpPr>
            <a:cxnSpLocks/>
            <a:stCxn id="793" idx="2"/>
            <a:endCxn id="798" idx="0"/>
          </p:cNvCxnSpPr>
          <p:nvPr/>
        </p:nvCxnSpPr>
        <p:spPr>
          <a:xfrm>
            <a:off x="20254247" y="22133409"/>
            <a:ext cx="1" cy="5931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2" name="Google Shape;394;p22">
            <a:extLst>
              <a:ext uri="{FF2B5EF4-FFF2-40B4-BE49-F238E27FC236}">
                <a16:creationId xmlns:a16="http://schemas.microsoft.com/office/drawing/2014/main" id="{CCCF7467-3710-4528-8954-EF687CC328CC}"/>
              </a:ext>
            </a:extLst>
          </p:cNvPr>
          <p:cNvCxnSpPr>
            <a:cxnSpLocks/>
            <a:stCxn id="798" idx="2"/>
            <a:endCxn id="805" idx="0"/>
          </p:cNvCxnSpPr>
          <p:nvPr/>
        </p:nvCxnSpPr>
        <p:spPr>
          <a:xfrm flipH="1">
            <a:off x="20252035" y="23439344"/>
            <a:ext cx="2213" cy="116864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8" name="Google Shape;394;p22">
            <a:extLst>
              <a:ext uri="{FF2B5EF4-FFF2-40B4-BE49-F238E27FC236}">
                <a16:creationId xmlns:a16="http://schemas.microsoft.com/office/drawing/2014/main" id="{17EB37C1-831C-4A22-9143-D67E431344F6}"/>
              </a:ext>
            </a:extLst>
          </p:cNvPr>
          <p:cNvCxnSpPr>
            <a:cxnSpLocks/>
            <a:stCxn id="813" idx="2"/>
            <a:endCxn id="818" idx="0"/>
          </p:cNvCxnSpPr>
          <p:nvPr/>
        </p:nvCxnSpPr>
        <p:spPr>
          <a:xfrm flipH="1">
            <a:off x="20254242" y="27826655"/>
            <a:ext cx="6" cy="119768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8" name="Google Shape;394;p22">
            <a:extLst>
              <a:ext uri="{FF2B5EF4-FFF2-40B4-BE49-F238E27FC236}">
                <a16:creationId xmlns:a16="http://schemas.microsoft.com/office/drawing/2014/main" id="{261B2072-0BC1-43BD-B106-7502F0119810}"/>
              </a:ext>
            </a:extLst>
          </p:cNvPr>
          <p:cNvCxnSpPr>
            <a:cxnSpLocks/>
            <a:stCxn id="818" idx="2"/>
            <a:endCxn id="843" idx="0"/>
          </p:cNvCxnSpPr>
          <p:nvPr/>
        </p:nvCxnSpPr>
        <p:spPr>
          <a:xfrm flipH="1">
            <a:off x="20248925" y="29737078"/>
            <a:ext cx="5317" cy="5527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4" name="直接连接符 853">
            <a:extLst>
              <a:ext uri="{FF2B5EF4-FFF2-40B4-BE49-F238E27FC236}">
                <a16:creationId xmlns:a16="http://schemas.microsoft.com/office/drawing/2014/main" id="{4D7952AF-0602-4DAF-AF22-0EB9B1C72440}"/>
              </a:ext>
            </a:extLst>
          </p:cNvPr>
          <p:cNvCxnSpPr>
            <a:cxnSpLocks/>
          </p:cNvCxnSpPr>
          <p:nvPr/>
        </p:nvCxnSpPr>
        <p:spPr>
          <a:xfrm flipV="1">
            <a:off x="211137" y="7419905"/>
            <a:ext cx="9384010" cy="1126"/>
          </a:xfrm>
          <a:prstGeom prst="line">
            <a:avLst/>
          </a:prstGeom>
          <a:ln w="76200" cap="flat" cmpd="sng" algn="ctr">
            <a:solidFill>
              <a:srgbClr val="DFDF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2" name="Google Shape;953;p28">
            <a:extLst>
              <a:ext uri="{FF2B5EF4-FFF2-40B4-BE49-F238E27FC236}">
                <a16:creationId xmlns:a16="http://schemas.microsoft.com/office/drawing/2014/main" id="{C2713A1A-DA7C-4F15-BA39-21442905025B}"/>
              </a:ext>
            </a:extLst>
          </p:cNvPr>
          <p:cNvSpPr txBox="1"/>
          <p:nvPr/>
        </p:nvSpPr>
        <p:spPr>
          <a:xfrm>
            <a:off x="7117467" y="20107862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256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64" name="Google Shape;953;p28">
            <a:extLst>
              <a:ext uri="{FF2B5EF4-FFF2-40B4-BE49-F238E27FC236}">
                <a16:creationId xmlns:a16="http://schemas.microsoft.com/office/drawing/2014/main" id="{273CE7DE-E241-4865-8D3E-E5F94FC2C3DE}"/>
              </a:ext>
            </a:extLst>
          </p:cNvPr>
          <p:cNvSpPr txBox="1"/>
          <p:nvPr/>
        </p:nvSpPr>
        <p:spPr>
          <a:xfrm>
            <a:off x="7117467" y="24134894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74" name="Google Shape;953;p28">
            <a:extLst>
              <a:ext uri="{FF2B5EF4-FFF2-40B4-BE49-F238E27FC236}">
                <a16:creationId xmlns:a16="http://schemas.microsoft.com/office/drawing/2014/main" id="{27F0E292-5820-4669-8DFA-8AD314E7BEAB}"/>
              </a:ext>
            </a:extLst>
          </p:cNvPr>
          <p:cNvSpPr txBox="1"/>
          <p:nvPr/>
        </p:nvSpPr>
        <p:spPr>
          <a:xfrm>
            <a:off x="12517123" y="23705309"/>
            <a:ext cx="2642663" cy="299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×(1+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)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76" name="Google Shape;953;p28">
            <a:extLst>
              <a:ext uri="{FF2B5EF4-FFF2-40B4-BE49-F238E27FC236}">
                <a16:creationId xmlns:a16="http://schemas.microsoft.com/office/drawing/2014/main" id="{81277F93-5107-489E-A7C6-9DB4929535BA}"/>
              </a:ext>
            </a:extLst>
          </p:cNvPr>
          <p:cNvSpPr txBox="1"/>
          <p:nvPr/>
        </p:nvSpPr>
        <p:spPr>
          <a:xfrm>
            <a:off x="4793205" y="10275452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320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×3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64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77" name="Google Shape;953;p28">
            <a:extLst>
              <a:ext uri="{FF2B5EF4-FFF2-40B4-BE49-F238E27FC236}">
                <a16:creationId xmlns:a16="http://schemas.microsoft.com/office/drawing/2014/main" id="{58989935-E89D-42A4-9C75-1A7FFCC9BA47}"/>
              </a:ext>
            </a:extLst>
          </p:cNvPr>
          <p:cNvSpPr txBox="1"/>
          <p:nvPr/>
        </p:nvSpPr>
        <p:spPr>
          <a:xfrm>
            <a:off x="4793205" y="7887212"/>
            <a:ext cx="2444702" cy="341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640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640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3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78" name="Google Shape;953;p28">
            <a:extLst>
              <a:ext uri="{FF2B5EF4-FFF2-40B4-BE49-F238E27FC236}">
                <a16:creationId xmlns:a16="http://schemas.microsoft.com/office/drawing/2014/main" id="{B75A3D7B-EEC1-450A-9990-87E0BEF852C9}"/>
              </a:ext>
            </a:extLst>
          </p:cNvPr>
          <p:cNvSpPr txBox="1"/>
          <p:nvPr/>
        </p:nvSpPr>
        <p:spPr>
          <a:xfrm>
            <a:off x="4793205" y="13146200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160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160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128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79" name="Google Shape;953;p28">
            <a:extLst>
              <a:ext uri="{FF2B5EF4-FFF2-40B4-BE49-F238E27FC236}">
                <a16:creationId xmlns:a16="http://schemas.microsoft.com/office/drawing/2014/main" id="{AC54F9B8-397E-42B9-8CDD-9DE703811E06}"/>
              </a:ext>
            </a:extLst>
          </p:cNvPr>
          <p:cNvSpPr txBox="1"/>
          <p:nvPr/>
        </p:nvSpPr>
        <p:spPr>
          <a:xfrm>
            <a:off x="4793205" y="16030230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160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160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128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80" name="Google Shape;953;p28">
            <a:extLst>
              <a:ext uri="{FF2B5EF4-FFF2-40B4-BE49-F238E27FC236}">
                <a16:creationId xmlns:a16="http://schemas.microsoft.com/office/drawing/2014/main" id="{2E03CD9C-4602-44DD-B72B-CC92C024AA1B}"/>
              </a:ext>
            </a:extLst>
          </p:cNvPr>
          <p:cNvSpPr txBox="1"/>
          <p:nvPr/>
        </p:nvSpPr>
        <p:spPr>
          <a:xfrm>
            <a:off x="4793205" y="18730886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256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81" name="Google Shape;953;p28">
            <a:extLst>
              <a:ext uri="{FF2B5EF4-FFF2-40B4-BE49-F238E27FC236}">
                <a16:creationId xmlns:a16="http://schemas.microsoft.com/office/drawing/2014/main" id="{42C0A8F1-15B1-4E09-9606-59DD03A7BF5A}"/>
              </a:ext>
            </a:extLst>
          </p:cNvPr>
          <p:cNvSpPr txBox="1"/>
          <p:nvPr/>
        </p:nvSpPr>
        <p:spPr>
          <a:xfrm>
            <a:off x="4793205" y="21400109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256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82" name="Google Shape;953;p28">
            <a:extLst>
              <a:ext uri="{FF2B5EF4-FFF2-40B4-BE49-F238E27FC236}">
                <a16:creationId xmlns:a16="http://schemas.microsoft.com/office/drawing/2014/main" id="{2D8FA4B0-86BC-4B0F-89DA-9A1E7426A35F}"/>
              </a:ext>
            </a:extLst>
          </p:cNvPr>
          <p:cNvSpPr txBox="1"/>
          <p:nvPr/>
        </p:nvSpPr>
        <p:spPr>
          <a:xfrm>
            <a:off x="4793205" y="23393549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83" name="Google Shape;953;p28">
            <a:extLst>
              <a:ext uri="{FF2B5EF4-FFF2-40B4-BE49-F238E27FC236}">
                <a16:creationId xmlns:a16="http://schemas.microsoft.com/office/drawing/2014/main" id="{115B14F5-F689-4D7E-BA62-428811D4EF46}"/>
              </a:ext>
            </a:extLst>
          </p:cNvPr>
          <p:cNvSpPr txBox="1"/>
          <p:nvPr/>
        </p:nvSpPr>
        <p:spPr>
          <a:xfrm>
            <a:off x="4793205" y="25199409"/>
            <a:ext cx="2444702" cy="304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85" name="Google Shape;953;p28">
            <a:extLst>
              <a:ext uri="{FF2B5EF4-FFF2-40B4-BE49-F238E27FC236}">
                <a16:creationId xmlns:a16="http://schemas.microsoft.com/office/drawing/2014/main" id="{B094F169-0179-4664-A9D4-52B50F2E44ED}"/>
              </a:ext>
            </a:extLst>
          </p:cNvPr>
          <p:cNvSpPr txBox="1"/>
          <p:nvPr/>
        </p:nvSpPr>
        <p:spPr>
          <a:xfrm>
            <a:off x="4793205" y="26914560"/>
            <a:ext cx="2444702" cy="30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87" name="Google Shape;953;p28">
            <a:extLst>
              <a:ext uri="{FF2B5EF4-FFF2-40B4-BE49-F238E27FC236}">
                <a16:creationId xmlns:a16="http://schemas.microsoft.com/office/drawing/2014/main" id="{60764794-7DC9-4807-A9A0-506D0F2477AF}"/>
              </a:ext>
            </a:extLst>
          </p:cNvPr>
          <p:cNvSpPr txBox="1"/>
          <p:nvPr/>
        </p:nvSpPr>
        <p:spPr>
          <a:xfrm>
            <a:off x="12517124" y="25455632"/>
            <a:ext cx="2339420" cy="2836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88" name="Google Shape;953;p28">
            <a:extLst>
              <a:ext uri="{FF2B5EF4-FFF2-40B4-BE49-F238E27FC236}">
                <a16:creationId xmlns:a16="http://schemas.microsoft.com/office/drawing/2014/main" id="{38A6E84F-6FAA-48EF-8876-B54D600B8B75}"/>
              </a:ext>
            </a:extLst>
          </p:cNvPr>
          <p:cNvSpPr txBox="1"/>
          <p:nvPr/>
        </p:nvSpPr>
        <p:spPr>
          <a:xfrm>
            <a:off x="12517123" y="27845852"/>
            <a:ext cx="2339421" cy="37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90" name="Google Shape;953;p28">
            <a:extLst>
              <a:ext uri="{FF2B5EF4-FFF2-40B4-BE49-F238E27FC236}">
                <a16:creationId xmlns:a16="http://schemas.microsoft.com/office/drawing/2014/main" id="{B6009FA8-6823-49A0-92E6-C2C2E66D64E9}"/>
              </a:ext>
            </a:extLst>
          </p:cNvPr>
          <p:cNvSpPr txBox="1"/>
          <p:nvPr/>
        </p:nvSpPr>
        <p:spPr>
          <a:xfrm>
            <a:off x="12517124" y="22184040"/>
            <a:ext cx="2174410" cy="31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93" name="Google Shape;953;p28">
            <a:extLst>
              <a:ext uri="{FF2B5EF4-FFF2-40B4-BE49-F238E27FC236}">
                <a16:creationId xmlns:a16="http://schemas.microsoft.com/office/drawing/2014/main" id="{978A53E7-D61F-44DA-8E9F-535D1115A29C}"/>
              </a:ext>
            </a:extLst>
          </p:cNvPr>
          <p:cNvSpPr txBox="1"/>
          <p:nvPr/>
        </p:nvSpPr>
        <p:spPr>
          <a:xfrm>
            <a:off x="20395781" y="29872470"/>
            <a:ext cx="2942853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×(1+</a:t>
            </a:r>
            <a:r>
              <a:rPr lang="en-US" altLang="zh-CN" sz="20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)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94" name="Google Shape;953;p28">
            <a:extLst>
              <a:ext uri="{FF2B5EF4-FFF2-40B4-BE49-F238E27FC236}">
                <a16:creationId xmlns:a16="http://schemas.microsoft.com/office/drawing/2014/main" id="{C8EFD26D-D83B-439D-B285-DB2CAE97CC9B}"/>
              </a:ext>
            </a:extLst>
          </p:cNvPr>
          <p:cNvSpPr txBox="1"/>
          <p:nvPr/>
        </p:nvSpPr>
        <p:spPr>
          <a:xfrm>
            <a:off x="20395782" y="28282053"/>
            <a:ext cx="2444702" cy="328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95" name="Google Shape;953;p28">
            <a:extLst>
              <a:ext uri="{FF2B5EF4-FFF2-40B4-BE49-F238E27FC236}">
                <a16:creationId xmlns:a16="http://schemas.microsoft.com/office/drawing/2014/main" id="{1617602E-43C0-400C-B085-61FECE777FBD}"/>
              </a:ext>
            </a:extLst>
          </p:cNvPr>
          <p:cNvSpPr txBox="1"/>
          <p:nvPr/>
        </p:nvSpPr>
        <p:spPr>
          <a:xfrm>
            <a:off x="12517124" y="19704261"/>
            <a:ext cx="2174410" cy="31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768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907" name="Google Shape;953;p28">
            <a:extLst>
              <a:ext uri="{FF2B5EF4-FFF2-40B4-BE49-F238E27FC236}">
                <a16:creationId xmlns:a16="http://schemas.microsoft.com/office/drawing/2014/main" id="{FF230F1F-527A-4DFA-9CBE-6B823942E81E}"/>
              </a:ext>
            </a:extLst>
          </p:cNvPr>
          <p:cNvSpPr txBox="1"/>
          <p:nvPr/>
        </p:nvSpPr>
        <p:spPr>
          <a:xfrm>
            <a:off x="20395782" y="23943490"/>
            <a:ext cx="2444702" cy="26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768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910" name="Google Shape;953;p28">
            <a:extLst>
              <a:ext uri="{FF2B5EF4-FFF2-40B4-BE49-F238E27FC236}">
                <a16:creationId xmlns:a16="http://schemas.microsoft.com/office/drawing/2014/main" id="{660B3EFC-6F40-4B7D-81D0-85CB13F2EA6B}"/>
              </a:ext>
            </a:extLst>
          </p:cNvPr>
          <p:cNvSpPr txBox="1"/>
          <p:nvPr/>
        </p:nvSpPr>
        <p:spPr>
          <a:xfrm>
            <a:off x="20395782" y="22280813"/>
            <a:ext cx="2444702" cy="28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256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911" name="Google Shape;953;p28">
            <a:extLst>
              <a:ext uri="{FF2B5EF4-FFF2-40B4-BE49-F238E27FC236}">
                <a16:creationId xmlns:a16="http://schemas.microsoft.com/office/drawing/2014/main" id="{0C9CDCAB-6923-4B85-9EFA-7D12ABDDA077}"/>
              </a:ext>
            </a:extLst>
          </p:cNvPr>
          <p:cNvSpPr txBox="1"/>
          <p:nvPr/>
        </p:nvSpPr>
        <p:spPr>
          <a:xfrm>
            <a:off x="23114455" y="18719883"/>
            <a:ext cx="2444702" cy="28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256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913" name="Google Shape;953;p28">
            <a:extLst>
              <a:ext uri="{FF2B5EF4-FFF2-40B4-BE49-F238E27FC236}">
                <a16:creationId xmlns:a16="http://schemas.microsoft.com/office/drawing/2014/main" id="{22F0EBFB-7E7D-4BF1-9282-57FA0C4391F6}"/>
              </a:ext>
            </a:extLst>
          </p:cNvPr>
          <p:cNvSpPr txBox="1"/>
          <p:nvPr/>
        </p:nvSpPr>
        <p:spPr>
          <a:xfrm>
            <a:off x="23114455" y="24786552"/>
            <a:ext cx="2444702" cy="28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916" name="Google Shape;953;p28">
            <a:extLst>
              <a:ext uri="{FF2B5EF4-FFF2-40B4-BE49-F238E27FC236}">
                <a16:creationId xmlns:a16="http://schemas.microsoft.com/office/drawing/2014/main" id="{AF30B01D-7D9F-4BBD-A333-E0FFE5DEC67F}"/>
              </a:ext>
            </a:extLst>
          </p:cNvPr>
          <p:cNvSpPr txBox="1"/>
          <p:nvPr/>
        </p:nvSpPr>
        <p:spPr>
          <a:xfrm>
            <a:off x="23114455" y="30456865"/>
            <a:ext cx="2623512" cy="277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920" name="Google Shape;379;p22">
            <a:extLst>
              <a:ext uri="{FF2B5EF4-FFF2-40B4-BE49-F238E27FC236}">
                <a16:creationId xmlns:a16="http://schemas.microsoft.com/office/drawing/2014/main" id="{11DD4DE1-85E3-494B-83DD-45DE312BA857}"/>
              </a:ext>
            </a:extLst>
          </p:cNvPr>
          <p:cNvSpPr/>
          <p:nvPr/>
        </p:nvSpPr>
        <p:spPr>
          <a:xfrm>
            <a:off x="26336937" y="18567413"/>
            <a:ext cx="4207040" cy="1023700"/>
          </a:xfrm>
          <a:prstGeom prst="roundRect">
            <a:avLst>
              <a:gd name="adj" fmla="val 15640"/>
            </a:avLst>
          </a:prstGeom>
          <a:gradFill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rgbClr val="FFDA72"/>
              </a:gs>
            </a:gsLst>
            <a:lin ang="2700000" scaled="1"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Detect</a:t>
            </a:r>
            <a:endParaRPr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61" name="直接连接符 960">
            <a:extLst>
              <a:ext uri="{FF2B5EF4-FFF2-40B4-BE49-F238E27FC236}">
                <a16:creationId xmlns:a16="http://schemas.microsoft.com/office/drawing/2014/main" id="{8D254E5C-91FB-4C9C-88F0-00EA63745B9A}"/>
              </a:ext>
            </a:extLst>
          </p:cNvPr>
          <p:cNvCxnSpPr>
            <a:cxnSpLocks/>
            <a:stCxn id="526" idx="3"/>
          </p:cNvCxnSpPr>
          <p:nvPr/>
        </p:nvCxnSpPr>
        <p:spPr>
          <a:xfrm flipV="1">
            <a:off x="25392328" y="2913118"/>
            <a:ext cx="296168" cy="2631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14" name="Google Shape;953;p28">
            <a:extLst>
              <a:ext uri="{FF2B5EF4-FFF2-40B4-BE49-F238E27FC236}">
                <a16:creationId xmlns:a16="http://schemas.microsoft.com/office/drawing/2014/main" id="{F053E80F-2FDA-4331-97A1-86022D8E760E}"/>
              </a:ext>
            </a:extLst>
          </p:cNvPr>
          <p:cNvSpPr txBox="1"/>
          <p:nvPr/>
        </p:nvSpPr>
        <p:spPr>
          <a:xfrm>
            <a:off x="299836" y="38100"/>
            <a:ext cx="3778772" cy="104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sz="5600" b="1" dirty="0">
                <a:solidFill>
                  <a:srgbClr val="0081CE"/>
                </a:solidFill>
                <a:latin typeface="Century Gothic" panose="020B0502020202020204" pitchFamily="34" charset="0"/>
                <a:ea typeface="Noto Sans S Chinese Regular" panose="020B0500000000000000" pitchFamily="34" charset="-122"/>
                <a:cs typeface="Consolas"/>
                <a:sym typeface="Consolas"/>
              </a:rPr>
              <a:t>YOLOv8</a:t>
            </a:r>
            <a:endParaRPr lang="en-US" sz="5600" b="1" dirty="0">
              <a:solidFill>
                <a:srgbClr val="0081CE"/>
              </a:solidFill>
              <a:latin typeface="Century Gothic" panose="020B0502020202020204" pitchFamily="34" charset="0"/>
              <a:ea typeface="Noto Sans S Chinese Regular" panose="020B0500000000000000" pitchFamily="34" charset="-122"/>
              <a:cs typeface="Consolas"/>
              <a:sym typeface="Consolas"/>
            </a:endParaRPr>
          </a:p>
        </p:txBody>
      </p:sp>
      <p:grpSp>
        <p:nvGrpSpPr>
          <p:cNvPr id="1349" name="组合 1348">
            <a:extLst>
              <a:ext uri="{FF2B5EF4-FFF2-40B4-BE49-F238E27FC236}">
                <a16:creationId xmlns:a16="http://schemas.microsoft.com/office/drawing/2014/main" id="{9DA71EE6-B1CA-4A9B-91D5-786D754490F7}"/>
              </a:ext>
            </a:extLst>
          </p:cNvPr>
          <p:cNvGrpSpPr/>
          <p:nvPr/>
        </p:nvGrpSpPr>
        <p:grpSpPr>
          <a:xfrm>
            <a:off x="25711119" y="1300262"/>
            <a:ext cx="5219950" cy="3206764"/>
            <a:chOff x="12464781" y="850310"/>
            <a:chExt cx="2609975" cy="1603382"/>
          </a:xfrm>
        </p:grpSpPr>
        <p:sp>
          <p:nvSpPr>
            <p:cNvPr id="966" name="Google Shape;379;p22">
              <a:extLst>
                <a:ext uri="{FF2B5EF4-FFF2-40B4-BE49-F238E27FC236}">
                  <a16:creationId xmlns:a16="http://schemas.microsoft.com/office/drawing/2014/main" id="{DA3B53A5-99E8-4A40-A3D5-FB38BAA1B821}"/>
                </a:ext>
              </a:extLst>
            </p:cNvPr>
            <p:cNvSpPr/>
            <p:nvPr/>
          </p:nvSpPr>
          <p:spPr>
            <a:xfrm>
              <a:off x="12464781" y="850310"/>
              <a:ext cx="2438013" cy="1603382"/>
            </a:xfrm>
            <a:prstGeom prst="roundRect">
              <a:avLst>
                <a:gd name="adj" fmla="val 9005"/>
              </a:avLst>
            </a:prstGeom>
            <a:solidFill>
              <a:srgbClr val="6C8CE6">
                <a:alpha val="30196"/>
              </a:srgbClr>
            </a:solidFill>
            <a:ln w="19050" cap="flat" cmpd="sng">
              <a:solidFill>
                <a:srgbClr val="999999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endParaRPr sz="2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7" name="Google Shape;9583;p117">
              <a:extLst>
                <a:ext uri="{FF2B5EF4-FFF2-40B4-BE49-F238E27FC236}">
                  <a16:creationId xmlns:a16="http://schemas.microsoft.com/office/drawing/2014/main" id="{21D975C2-9107-4908-9C20-BF3962A29A3A}"/>
                </a:ext>
              </a:extLst>
            </p:cNvPr>
            <p:cNvSpPr/>
            <p:nvPr/>
          </p:nvSpPr>
          <p:spPr>
            <a:xfrm>
              <a:off x="13148085" y="1625687"/>
              <a:ext cx="1233562" cy="523592"/>
            </a:xfrm>
            <a:prstGeom prst="cube">
              <a:avLst>
                <a:gd name="adj" fmla="val 60171"/>
              </a:avLst>
            </a:prstGeom>
            <a:solidFill>
              <a:schemeClr val="bg1"/>
            </a:solidFill>
            <a:ln w="2857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276" tIns="146276" rIns="146276" bIns="146276" anchor="ctr" anchorCtr="0">
              <a:noAutofit/>
            </a:bodyPr>
            <a:lstStyle/>
            <a:p>
              <a:pPr algn="ctr" defTabSz="1463096">
                <a:buClr>
                  <a:srgbClr val="000000"/>
                </a:buClr>
                <a:defRPr/>
              </a:pPr>
              <a:r>
                <a:rPr lang="en-US" altLang="zh-CN" sz="22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nc</a:t>
              </a:r>
              <a:endParaRPr lang="en-US" altLang="zh-CN" sz="22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8" name="Google Shape;9583;p117">
              <a:extLst>
                <a:ext uri="{FF2B5EF4-FFF2-40B4-BE49-F238E27FC236}">
                  <a16:creationId xmlns:a16="http://schemas.microsoft.com/office/drawing/2014/main" id="{38A1EB37-CF92-4A2F-865C-A03394737287}"/>
                </a:ext>
              </a:extLst>
            </p:cNvPr>
            <p:cNvSpPr/>
            <p:nvPr/>
          </p:nvSpPr>
          <p:spPr>
            <a:xfrm>
              <a:off x="13148086" y="949096"/>
              <a:ext cx="1233562" cy="523592"/>
            </a:xfrm>
            <a:prstGeom prst="cube">
              <a:avLst>
                <a:gd name="adj" fmla="val 60171"/>
              </a:avLst>
            </a:prstGeom>
            <a:solidFill>
              <a:schemeClr val="bg1"/>
            </a:solidFill>
            <a:ln w="2857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276" tIns="146276" rIns="146276" bIns="146276" anchor="ctr" anchorCtr="0">
              <a:noAutofit/>
            </a:bodyPr>
            <a:lstStyle/>
            <a:p>
              <a:pPr algn="ctr" defTabSz="1463096">
                <a:buClr>
                  <a:srgbClr val="000000"/>
                </a:buClr>
                <a:defRPr/>
              </a:pPr>
              <a:r>
                <a:rPr lang="en-US" altLang="zh-CN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en-US" altLang="zh-CN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×reg_max</a:t>
              </a:r>
              <a:endParaRPr lang="en-US" altLang="zh-CN" sz="20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80" name="Google Shape;953;p28">
              <a:extLst>
                <a:ext uri="{FF2B5EF4-FFF2-40B4-BE49-F238E27FC236}">
                  <a16:creationId xmlns:a16="http://schemas.microsoft.com/office/drawing/2014/main" id="{41B3D63F-0AD4-4855-BA4C-9DEAC44B481F}"/>
                </a:ext>
              </a:extLst>
            </p:cNvPr>
            <p:cNvSpPr txBox="1"/>
            <p:nvPr/>
          </p:nvSpPr>
          <p:spPr>
            <a:xfrm>
              <a:off x="13344925" y="2185039"/>
              <a:ext cx="1222351" cy="249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altLang="zh-CN" sz="3200" b="1" dirty="0">
                  <a:solidFill>
                    <a:srgbClr val="4C4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onsolas"/>
                </a:rPr>
                <a:t>Loss</a:t>
              </a:r>
              <a:endParaRPr sz="3200" b="1" dirty="0">
                <a:solidFill>
                  <a:srgbClr val="4C4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onsolas"/>
              </a:endParaRPr>
            </a:p>
          </p:txBody>
        </p:sp>
        <p:sp>
          <p:nvSpPr>
            <p:cNvPr id="982" name="Google Shape;953;p28">
              <a:extLst>
                <a:ext uri="{FF2B5EF4-FFF2-40B4-BE49-F238E27FC236}">
                  <a16:creationId xmlns:a16="http://schemas.microsoft.com/office/drawing/2014/main" id="{8301936D-EB85-4193-A73F-1FB08B570984}"/>
                </a:ext>
              </a:extLst>
            </p:cNvPr>
            <p:cNvSpPr txBox="1"/>
            <p:nvPr/>
          </p:nvSpPr>
          <p:spPr>
            <a:xfrm>
              <a:off x="12495069" y="1173121"/>
              <a:ext cx="840970" cy="188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altLang="zh-CN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Bbox</a:t>
              </a: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.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991" name="Google Shape;953;p28">
              <a:extLst>
                <a:ext uri="{FF2B5EF4-FFF2-40B4-BE49-F238E27FC236}">
                  <a16:creationId xmlns:a16="http://schemas.microsoft.com/office/drawing/2014/main" id="{A69F1177-1162-4089-B1F3-DAF4C76E1DF3}"/>
                </a:ext>
              </a:extLst>
            </p:cNvPr>
            <p:cNvSpPr txBox="1"/>
            <p:nvPr/>
          </p:nvSpPr>
          <p:spPr>
            <a:xfrm>
              <a:off x="12495069" y="1852447"/>
              <a:ext cx="840970" cy="188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altLang="zh-CN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Cls</a:t>
              </a:r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.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1010" name="Google Shape;953;p28">
              <a:extLst>
                <a:ext uri="{FF2B5EF4-FFF2-40B4-BE49-F238E27FC236}">
                  <a16:creationId xmlns:a16="http://schemas.microsoft.com/office/drawing/2014/main" id="{E63E7811-76C8-40D2-B5B5-CC49825DB19C}"/>
                </a:ext>
              </a:extLst>
            </p:cNvPr>
            <p:cNvSpPr txBox="1"/>
            <p:nvPr/>
          </p:nvSpPr>
          <p:spPr>
            <a:xfrm>
              <a:off x="14233786" y="1086066"/>
              <a:ext cx="840970" cy="188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altLang="zh-CN" sz="2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CIoU</a:t>
              </a:r>
              <a:endPara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  <a:p>
              <a:pPr lvl="0" algn="ctr"/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+DFL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1012" name="Google Shape;953;p28">
              <a:extLst>
                <a:ext uri="{FF2B5EF4-FFF2-40B4-BE49-F238E27FC236}">
                  <a16:creationId xmlns:a16="http://schemas.microsoft.com/office/drawing/2014/main" id="{308CECC8-2F5F-4660-8099-F8D59E9634BD}"/>
                </a:ext>
              </a:extLst>
            </p:cNvPr>
            <p:cNvSpPr txBox="1"/>
            <p:nvPr/>
          </p:nvSpPr>
          <p:spPr>
            <a:xfrm>
              <a:off x="14210926" y="1891916"/>
              <a:ext cx="840970" cy="1882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altLang="zh-CN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BCE</a:t>
              </a:r>
              <a:endParaRPr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grpSp>
          <p:nvGrpSpPr>
            <p:cNvPr id="869" name="组合 868">
              <a:extLst>
                <a:ext uri="{FF2B5EF4-FFF2-40B4-BE49-F238E27FC236}">
                  <a16:creationId xmlns:a16="http://schemas.microsoft.com/office/drawing/2014/main" id="{8702348F-6AF7-4030-B0CB-7D3B7320BAB5}"/>
                </a:ext>
              </a:extLst>
            </p:cNvPr>
            <p:cNvGrpSpPr/>
            <p:nvPr/>
          </p:nvGrpSpPr>
          <p:grpSpPr>
            <a:xfrm>
              <a:off x="12715779" y="1363368"/>
              <a:ext cx="432307" cy="683532"/>
              <a:chOff x="13052875" y="1188741"/>
              <a:chExt cx="432307" cy="683532"/>
            </a:xfrm>
          </p:grpSpPr>
          <p:grpSp>
            <p:nvGrpSpPr>
              <p:cNvPr id="865" name="组合 864">
                <a:extLst>
                  <a:ext uri="{FF2B5EF4-FFF2-40B4-BE49-F238E27FC236}">
                    <a16:creationId xmlns:a16="http://schemas.microsoft.com/office/drawing/2014/main" id="{6B3DBC3C-5A22-4F97-BB64-CA75E8F7F900}"/>
                  </a:ext>
                </a:extLst>
              </p:cNvPr>
              <p:cNvGrpSpPr/>
              <p:nvPr/>
            </p:nvGrpSpPr>
            <p:grpSpPr>
              <a:xfrm>
                <a:off x="13052875" y="1188741"/>
                <a:ext cx="432307" cy="683532"/>
                <a:chOff x="12853282" y="617240"/>
                <a:chExt cx="432307" cy="683532"/>
              </a:xfrm>
            </p:grpSpPr>
            <p:cxnSp>
              <p:nvCxnSpPr>
                <p:cNvPr id="988" name="Google Shape;394;p22">
                  <a:extLst>
                    <a:ext uri="{FF2B5EF4-FFF2-40B4-BE49-F238E27FC236}">
                      <a16:creationId xmlns:a16="http://schemas.microsoft.com/office/drawing/2014/main" id="{9F971063-4670-42FC-B50C-FFC8A0CA421F}"/>
                    </a:ext>
                  </a:extLst>
                </p:cNvPr>
                <p:cNvCxnSpPr>
                  <a:cxnSpLocks/>
                  <a:endCxn id="967" idx="2"/>
                </p:cNvCxnSpPr>
                <p:nvPr/>
              </p:nvCxnSpPr>
              <p:spPr>
                <a:xfrm flipV="1">
                  <a:off x="12853282" y="1298881"/>
                  <a:ext cx="432307" cy="1891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836" name="直接连接符 835">
                  <a:extLst>
                    <a:ext uri="{FF2B5EF4-FFF2-40B4-BE49-F238E27FC236}">
                      <a16:creationId xmlns:a16="http://schemas.microsoft.com/office/drawing/2014/main" id="{B7CEB2C1-2F7A-4A83-A607-D5EAC352AB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56583" y="617240"/>
                  <a:ext cx="0" cy="681641"/>
                </a:xfrm>
                <a:prstGeom prst="line">
                  <a:avLst/>
                </a:prstGeom>
                <a:ln w="19050">
                  <a:solidFill>
                    <a:srgbClr val="44546A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15" name="Google Shape;394;p22">
                <a:extLst>
                  <a:ext uri="{FF2B5EF4-FFF2-40B4-BE49-F238E27FC236}">
                    <a16:creationId xmlns:a16="http://schemas.microsoft.com/office/drawing/2014/main" id="{D161A95D-8C59-4458-879D-36B1243574D8}"/>
                  </a:ext>
                </a:extLst>
              </p:cNvPr>
              <p:cNvCxnSpPr>
                <a:cxnSpLocks/>
                <a:endCxn id="968" idx="2"/>
              </p:cNvCxnSpPr>
              <p:nvPr/>
            </p:nvCxnSpPr>
            <p:spPr>
              <a:xfrm>
                <a:off x="13056176" y="1193194"/>
                <a:ext cx="429006" cy="597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173" name="组合 1172">
            <a:extLst>
              <a:ext uri="{FF2B5EF4-FFF2-40B4-BE49-F238E27FC236}">
                <a16:creationId xmlns:a16="http://schemas.microsoft.com/office/drawing/2014/main" id="{7E0E586C-E84F-4567-8422-58EF6D3432F1}"/>
              </a:ext>
            </a:extLst>
          </p:cNvPr>
          <p:cNvGrpSpPr/>
          <p:nvPr/>
        </p:nvGrpSpPr>
        <p:grpSpPr>
          <a:xfrm>
            <a:off x="17917371" y="8044763"/>
            <a:ext cx="4634928" cy="3870688"/>
            <a:chOff x="9088071" y="2896152"/>
            <a:chExt cx="2317464" cy="1935344"/>
          </a:xfrm>
        </p:grpSpPr>
        <p:sp>
          <p:nvSpPr>
            <p:cNvPr id="1127" name="Google Shape;379;p22">
              <a:extLst>
                <a:ext uri="{FF2B5EF4-FFF2-40B4-BE49-F238E27FC236}">
                  <a16:creationId xmlns:a16="http://schemas.microsoft.com/office/drawing/2014/main" id="{CCF78729-73A0-43F9-9AD6-CFD3D7FE077E}"/>
                </a:ext>
              </a:extLst>
            </p:cNvPr>
            <p:cNvSpPr/>
            <p:nvPr/>
          </p:nvSpPr>
          <p:spPr>
            <a:xfrm>
              <a:off x="9088071" y="2896152"/>
              <a:ext cx="2317464" cy="1935344"/>
            </a:xfrm>
            <a:prstGeom prst="roundRect">
              <a:avLst>
                <a:gd name="adj" fmla="val 2537"/>
              </a:avLst>
            </a:prstGeom>
            <a:solidFill>
              <a:srgbClr val="F7C8A8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0" name="Google Shape;953;p28">
              <a:extLst>
                <a:ext uri="{FF2B5EF4-FFF2-40B4-BE49-F238E27FC236}">
                  <a16:creationId xmlns:a16="http://schemas.microsoft.com/office/drawing/2014/main" id="{28A103C9-A2B7-46A2-96C7-846B245B7AB0}"/>
                </a:ext>
              </a:extLst>
            </p:cNvPr>
            <p:cNvSpPr txBox="1"/>
            <p:nvPr/>
          </p:nvSpPr>
          <p:spPr>
            <a:xfrm>
              <a:off x="9170451" y="2928272"/>
              <a:ext cx="2005508" cy="455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Bottleneck</a:t>
              </a:r>
            </a:p>
            <a:p>
              <a:r>
                <a:rPr lang="en-US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</a:t>
              </a:r>
              <a:r>
                <a:rPr lang="en-US" altLang="zh-CN" sz="210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=True</a:t>
              </a:r>
              <a:endParaRPr lang="en-US" altLang="zh-CN"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1" name="Google Shape;379;p22">
              <a:extLst>
                <a:ext uri="{FF2B5EF4-FFF2-40B4-BE49-F238E27FC236}">
                  <a16:creationId xmlns:a16="http://schemas.microsoft.com/office/drawing/2014/main" id="{3729D490-4E63-42D3-9E55-86588E733091}"/>
                </a:ext>
              </a:extLst>
            </p:cNvPr>
            <p:cNvSpPr/>
            <p:nvPr/>
          </p:nvSpPr>
          <p:spPr>
            <a:xfrm>
              <a:off x="9443180" y="3427703"/>
              <a:ext cx="1856975" cy="405445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k=3, s=1, p=1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2" name="Google Shape;379;p22">
              <a:extLst>
                <a:ext uri="{FF2B5EF4-FFF2-40B4-BE49-F238E27FC236}">
                  <a16:creationId xmlns:a16="http://schemas.microsoft.com/office/drawing/2014/main" id="{9A97EF90-A566-48DD-9C9D-78F49E814EDB}"/>
                </a:ext>
              </a:extLst>
            </p:cNvPr>
            <p:cNvSpPr/>
            <p:nvPr/>
          </p:nvSpPr>
          <p:spPr>
            <a:xfrm>
              <a:off x="9443180" y="3986845"/>
              <a:ext cx="1856975" cy="392790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k=3, s=1, p=1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44" name="Google Shape;346;p22">
              <a:extLst>
                <a:ext uri="{FF2B5EF4-FFF2-40B4-BE49-F238E27FC236}">
                  <a16:creationId xmlns:a16="http://schemas.microsoft.com/office/drawing/2014/main" id="{82DDD5AD-0129-44D6-9AC6-25F3EC49DC18}"/>
                </a:ext>
              </a:extLst>
            </p:cNvPr>
            <p:cNvGrpSpPr/>
            <p:nvPr/>
          </p:nvGrpSpPr>
          <p:grpSpPr>
            <a:xfrm>
              <a:off x="10262632" y="4508765"/>
              <a:ext cx="218070" cy="213007"/>
              <a:chOff x="2372506" y="3456227"/>
              <a:chExt cx="255900" cy="245220"/>
            </a:xfrm>
          </p:grpSpPr>
          <p:pic>
            <p:nvPicPr>
              <p:cNvPr id="1145" name="Google Shape;347;p22" descr="+" title="MathEquation,#585858">
                <a:extLst>
                  <a:ext uri="{FF2B5EF4-FFF2-40B4-BE49-F238E27FC236}">
                    <a16:creationId xmlns:a16="http://schemas.microsoft.com/office/drawing/2014/main" id="{04115498-06F5-4301-8F85-22B3817EDFD9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407953" y="3466746"/>
                <a:ext cx="185040" cy="20210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46" name="Google Shape;348;p22">
                <a:extLst>
                  <a:ext uri="{FF2B5EF4-FFF2-40B4-BE49-F238E27FC236}">
                    <a16:creationId xmlns:a16="http://schemas.microsoft.com/office/drawing/2014/main" id="{19C995C5-3499-4E16-BE9A-E40C2761950C}"/>
                  </a:ext>
                </a:extLst>
              </p:cNvPr>
              <p:cNvSpPr/>
              <p:nvPr/>
            </p:nvSpPr>
            <p:spPr>
              <a:xfrm>
                <a:off x="2372506" y="3456227"/>
                <a:ext cx="255900" cy="245220"/>
              </a:xfrm>
              <a:prstGeom prst="ellipse">
                <a:avLst/>
              </a:prstGeom>
              <a:gradFill>
                <a:gsLst>
                  <a:gs pos="0">
                    <a:srgbClr val="69D4F4">
                      <a:alpha val="26274"/>
                    </a:srgbClr>
                  </a:gs>
                  <a:gs pos="100000">
                    <a:srgbClr val="9F39D5">
                      <a:alpha val="16862"/>
                    </a:srgbClr>
                  </a:gs>
                </a:gsLst>
                <a:lin ang="13500032" scaled="0"/>
              </a:gra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pPr algn="ctr"/>
                <a:endParaRPr sz="3840" dirty="0">
                  <a:solidFill>
                    <a:srgbClr val="404040"/>
                  </a:solidFill>
                </a:endParaRPr>
              </a:p>
            </p:txBody>
          </p:sp>
        </p:grpSp>
        <p:cxnSp>
          <p:nvCxnSpPr>
            <p:cNvPr id="1147" name="Google Shape;394;p22">
              <a:extLst>
                <a:ext uri="{FF2B5EF4-FFF2-40B4-BE49-F238E27FC236}">
                  <a16:creationId xmlns:a16="http://schemas.microsoft.com/office/drawing/2014/main" id="{4D5789C2-EDCD-473C-8146-609ADE42D5F9}"/>
                </a:ext>
              </a:extLst>
            </p:cNvPr>
            <p:cNvCxnSpPr>
              <a:cxnSpLocks/>
              <a:endCxn id="1141" idx="0"/>
            </p:cNvCxnSpPr>
            <p:nvPr/>
          </p:nvCxnSpPr>
          <p:spPr>
            <a:xfrm>
              <a:off x="10371668" y="3141745"/>
              <a:ext cx="0" cy="28595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0" name="Google Shape;394;p22">
              <a:extLst>
                <a:ext uri="{FF2B5EF4-FFF2-40B4-BE49-F238E27FC236}">
                  <a16:creationId xmlns:a16="http://schemas.microsoft.com/office/drawing/2014/main" id="{77E24954-2DD8-42D5-A1E3-66F0106EF667}"/>
                </a:ext>
              </a:extLst>
            </p:cNvPr>
            <p:cNvCxnSpPr>
              <a:cxnSpLocks/>
              <a:stCxn id="1141" idx="2"/>
              <a:endCxn id="1142" idx="0"/>
            </p:cNvCxnSpPr>
            <p:nvPr/>
          </p:nvCxnSpPr>
          <p:spPr>
            <a:xfrm>
              <a:off x="10371668" y="3833148"/>
              <a:ext cx="0" cy="153697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4" name="Google Shape;394;p22">
              <a:extLst>
                <a:ext uri="{FF2B5EF4-FFF2-40B4-BE49-F238E27FC236}">
                  <a16:creationId xmlns:a16="http://schemas.microsoft.com/office/drawing/2014/main" id="{A857AA09-013F-4469-A86B-EA6206376A62}"/>
                </a:ext>
              </a:extLst>
            </p:cNvPr>
            <p:cNvCxnSpPr>
              <a:cxnSpLocks/>
              <a:stCxn id="1142" idx="2"/>
              <a:endCxn id="1146" idx="0"/>
            </p:cNvCxnSpPr>
            <p:nvPr/>
          </p:nvCxnSpPr>
          <p:spPr>
            <a:xfrm flipH="1">
              <a:off x="10371667" y="4379635"/>
              <a:ext cx="1" cy="12913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57" name="Google Shape;398;p22">
              <a:extLst>
                <a:ext uri="{FF2B5EF4-FFF2-40B4-BE49-F238E27FC236}">
                  <a16:creationId xmlns:a16="http://schemas.microsoft.com/office/drawing/2014/main" id="{1959C71D-AE61-4A81-A537-A4C24EC92E22}"/>
                </a:ext>
              </a:extLst>
            </p:cNvPr>
            <p:cNvCxnSpPr>
              <a:cxnSpLocks/>
              <a:stCxn id="1141" idx="0"/>
              <a:endCxn id="1146" idx="2"/>
            </p:cNvCxnSpPr>
            <p:nvPr/>
          </p:nvCxnSpPr>
          <p:spPr>
            <a:xfrm rot="16200000" flipH="1" flipV="1">
              <a:off x="9723367" y="3966968"/>
              <a:ext cx="1187566" cy="109036"/>
            </a:xfrm>
            <a:prstGeom prst="bentConnector4">
              <a:avLst>
                <a:gd name="adj1" fmla="val -9625"/>
                <a:gd name="adj2" fmla="val 956374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63" name="Google Shape;394;p22">
              <a:extLst>
                <a:ext uri="{FF2B5EF4-FFF2-40B4-BE49-F238E27FC236}">
                  <a16:creationId xmlns:a16="http://schemas.microsoft.com/office/drawing/2014/main" id="{90A027CD-9F58-4A1C-A87D-4D936D32D383}"/>
                </a:ext>
              </a:extLst>
            </p:cNvPr>
            <p:cNvCxnSpPr>
              <a:cxnSpLocks/>
              <a:stCxn id="1146" idx="4"/>
            </p:cNvCxnSpPr>
            <p:nvPr/>
          </p:nvCxnSpPr>
          <p:spPr>
            <a:xfrm>
              <a:off x="10371667" y="4721772"/>
              <a:ext cx="0" cy="89249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174" name="组合 1173">
            <a:extLst>
              <a:ext uri="{FF2B5EF4-FFF2-40B4-BE49-F238E27FC236}">
                <a16:creationId xmlns:a16="http://schemas.microsoft.com/office/drawing/2014/main" id="{F3D2296E-0659-4A58-9A06-7E55C14A2884}"/>
              </a:ext>
            </a:extLst>
          </p:cNvPr>
          <p:cNvGrpSpPr/>
          <p:nvPr/>
        </p:nvGrpSpPr>
        <p:grpSpPr>
          <a:xfrm>
            <a:off x="17917371" y="11974221"/>
            <a:ext cx="4634924" cy="3059328"/>
            <a:chOff x="9088071" y="2987967"/>
            <a:chExt cx="2317462" cy="1529664"/>
          </a:xfrm>
        </p:grpSpPr>
        <p:sp>
          <p:nvSpPr>
            <p:cNvPr id="1175" name="Google Shape;379;p22">
              <a:extLst>
                <a:ext uri="{FF2B5EF4-FFF2-40B4-BE49-F238E27FC236}">
                  <a16:creationId xmlns:a16="http://schemas.microsoft.com/office/drawing/2014/main" id="{37986A25-C4B9-47B1-A4B7-927777015FBC}"/>
                </a:ext>
              </a:extLst>
            </p:cNvPr>
            <p:cNvSpPr/>
            <p:nvPr/>
          </p:nvSpPr>
          <p:spPr>
            <a:xfrm>
              <a:off x="9088071" y="2987967"/>
              <a:ext cx="2317462" cy="1529664"/>
            </a:xfrm>
            <a:prstGeom prst="roundRect">
              <a:avLst>
                <a:gd name="adj" fmla="val 2717"/>
              </a:avLst>
            </a:prstGeom>
            <a:solidFill>
              <a:srgbClr val="F7C8A8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6" name="Google Shape;953;p28">
              <a:extLst>
                <a:ext uri="{FF2B5EF4-FFF2-40B4-BE49-F238E27FC236}">
                  <a16:creationId xmlns:a16="http://schemas.microsoft.com/office/drawing/2014/main" id="{4FB945BC-92E0-4C8E-AC4E-8988456AECDF}"/>
                </a:ext>
              </a:extLst>
            </p:cNvPr>
            <p:cNvSpPr txBox="1"/>
            <p:nvPr/>
          </p:nvSpPr>
          <p:spPr>
            <a:xfrm>
              <a:off x="9160926" y="3033047"/>
              <a:ext cx="2005508" cy="4555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Bottleneck</a:t>
              </a:r>
            </a:p>
            <a:p>
              <a:r>
                <a:rPr lang="en-US" altLang="zh-CN" sz="21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shortcut=False</a:t>
              </a:r>
              <a:endParaRPr lang="en-US" altLang="zh-CN"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lvl="0" algn="ctr"/>
              <a:endParaRPr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1177" name="Google Shape;379;p22">
              <a:extLst>
                <a:ext uri="{FF2B5EF4-FFF2-40B4-BE49-F238E27FC236}">
                  <a16:creationId xmlns:a16="http://schemas.microsoft.com/office/drawing/2014/main" id="{C65BF4AA-F08D-4F71-A2B1-18DC7480058B}"/>
                </a:ext>
              </a:extLst>
            </p:cNvPr>
            <p:cNvSpPr/>
            <p:nvPr/>
          </p:nvSpPr>
          <p:spPr>
            <a:xfrm>
              <a:off x="9443180" y="3412464"/>
              <a:ext cx="1856975" cy="405445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k=3, s=1, p=1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8" name="Google Shape;379;p22">
              <a:extLst>
                <a:ext uri="{FF2B5EF4-FFF2-40B4-BE49-F238E27FC236}">
                  <a16:creationId xmlns:a16="http://schemas.microsoft.com/office/drawing/2014/main" id="{7AAB2FC7-ACE9-47DB-9AA6-20123717CD90}"/>
                </a:ext>
              </a:extLst>
            </p:cNvPr>
            <p:cNvSpPr/>
            <p:nvPr/>
          </p:nvSpPr>
          <p:spPr>
            <a:xfrm>
              <a:off x="9443180" y="3982087"/>
              <a:ext cx="1856975" cy="392790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k=3, s=1, p=1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80" name="Google Shape;394;p22">
              <a:extLst>
                <a:ext uri="{FF2B5EF4-FFF2-40B4-BE49-F238E27FC236}">
                  <a16:creationId xmlns:a16="http://schemas.microsoft.com/office/drawing/2014/main" id="{E935A901-F241-4372-9943-F29D6CCFF14F}"/>
                </a:ext>
              </a:extLst>
            </p:cNvPr>
            <p:cNvCxnSpPr>
              <a:cxnSpLocks/>
              <a:endCxn id="1177" idx="0"/>
            </p:cNvCxnSpPr>
            <p:nvPr/>
          </p:nvCxnSpPr>
          <p:spPr>
            <a:xfrm>
              <a:off x="10371668" y="3202600"/>
              <a:ext cx="0" cy="20986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1" name="Google Shape;394;p22">
              <a:extLst>
                <a:ext uri="{FF2B5EF4-FFF2-40B4-BE49-F238E27FC236}">
                  <a16:creationId xmlns:a16="http://schemas.microsoft.com/office/drawing/2014/main" id="{52004760-7532-4751-8DCB-2D744DB6B1F8}"/>
                </a:ext>
              </a:extLst>
            </p:cNvPr>
            <p:cNvCxnSpPr>
              <a:cxnSpLocks/>
              <a:stCxn id="1177" idx="2"/>
              <a:endCxn id="1178" idx="0"/>
            </p:cNvCxnSpPr>
            <p:nvPr/>
          </p:nvCxnSpPr>
          <p:spPr>
            <a:xfrm>
              <a:off x="10371668" y="3817909"/>
              <a:ext cx="0" cy="16417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82" name="Google Shape;394;p22">
              <a:extLst>
                <a:ext uri="{FF2B5EF4-FFF2-40B4-BE49-F238E27FC236}">
                  <a16:creationId xmlns:a16="http://schemas.microsoft.com/office/drawing/2014/main" id="{E746610E-98AB-4727-BCDF-CB0856DB98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1667" y="4389161"/>
              <a:ext cx="1" cy="11389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635" name="Google Shape;394;p22">
            <a:extLst>
              <a:ext uri="{FF2B5EF4-FFF2-40B4-BE49-F238E27FC236}">
                <a16:creationId xmlns:a16="http://schemas.microsoft.com/office/drawing/2014/main" id="{25F393D9-B039-46B4-A2F0-E9B25225593B}"/>
              </a:ext>
            </a:extLst>
          </p:cNvPr>
          <p:cNvCxnSpPr>
            <a:cxnSpLocks/>
            <a:endCxn id="320" idx="0"/>
          </p:cNvCxnSpPr>
          <p:nvPr/>
        </p:nvCxnSpPr>
        <p:spPr>
          <a:xfrm>
            <a:off x="4546671" y="7062214"/>
            <a:ext cx="525" cy="159930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0" name="直接连接符 1389">
            <a:extLst>
              <a:ext uri="{FF2B5EF4-FFF2-40B4-BE49-F238E27FC236}">
                <a16:creationId xmlns:a16="http://schemas.microsoft.com/office/drawing/2014/main" id="{AE99D328-F667-40DD-8BA1-746DC0B056CC}"/>
              </a:ext>
            </a:extLst>
          </p:cNvPr>
          <p:cNvCxnSpPr>
            <a:cxnSpLocks/>
          </p:cNvCxnSpPr>
          <p:nvPr/>
        </p:nvCxnSpPr>
        <p:spPr>
          <a:xfrm>
            <a:off x="9595140" y="917977"/>
            <a:ext cx="0" cy="31380120"/>
          </a:xfrm>
          <a:prstGeom prst="line">
            <a:avLst/>
          </a:prstGeom>
          <a:ln w="76200" cap="flat" cmpd="sng" algn="ctr">
            <a:solidFill>
              <a:srgbClr val="DFDF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3" name="Google Shape;394;p22">
            <a:extLst>
              <a:ext uri="{FF2B5EF4-FFF2-40B4-BE49-F238E27FC236}">
                <a16:creationId xmlns:a16="http://schemas.microsoft.com/office/drawing/2014/main" id="{D9380B1C-D498-4D6B-B5BA-DFB34A083584}"/>
              </a:ext>
            </a:extLst>
          </p:cNvPr>
          <p:cNvCxnSpPr>
            <a:cxnSpLocks/>
            <a:stCxn id="700" idx="2"/>
            <a:endCxn id="727" idx="0"/>
          </p:cNvCxnSpPr>
          <p:nvPr/>
        </p:nvCxnSpPr>
        <p:spPr>
          <a:xfrm flipH="1">
            <a:off x="4546671" y="28382553"/>
            <a:ext cx="529" cy="59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1" name="Google Shape;394;p22">
            <a:extLst>
              <a:ext uri="{FF2B5EF4-FFF2-40B4-BE49-F238E27FC236}">
                <a16:creationId xmlns:a16="http://schemas.microsoft.com/office/drawing/2014/main" id="{C81A0E6D-693F-415A-B98B-76861D2ADE81}"/>
              </a:ext>
            </a:extLst>
          </p:cNvPr>
          <p:cNvCxnSpPr>
            <a:cxnSpLocks/>
            <a:stCxn id="637" idx="3"/>
            <a:endCxn id="718" idx="1"/>
          </p:cNvCxnSpPr>
          <p:nvPr/>
        </p:nvCxnSpPr>
        <p:spPr>
          <a:xfrm flipV="1">
            <a:off x="6870506" y="24477248"/>
            <a:ext cx="3146964" cy="413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97" name="直接连接符 1396">
            <a:extLst>
              <a:ext uri="{FF2B5EF4-FFF2-40B4-BE49-F238E27FC236}">
                <a16:creationId xmlns:a16="http://schemas.microsoft.com/office/drawing/2014/main" id="{15DF8C61-9151-485B-B7B4-518F1E6E2B11}"/>
              </a:ext>
            </a:extLst>
          </p:cNvPr>
          <p:cNvCxnSpPr>
            <a:cxnSpLocks/>
          </p:cNvCxnSpPr>
          <p:nvPr/>
        </p:nvCxnSpPr>
        <p:spPr>
          <a:xfrm>
            <a:off x="9596368" y="18321844"/>
            <a:ext cx="21282378" cy="2301"/>
          </a:xfrm>
          <a:prstGeom prst="line">
            <a:avLst/>
          </a:prstGeom>
          <a:ln w="76200" cap="flat" cmpd="sng" algn="ctr">
            <a:solidFill>
              <a:srgbClr val="DFDF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01" name="直接连接符 1400">
            <a:extLst>
              <a:ext uri="{FF2B5EF4-FFF2-40B4-BE49-F238E27FC236}">
                <a16:creationId xmlns:a16="http://schemas.microsoft.com/office/drawing/2014/main" id="{A7B3EFD9-990D-4537-A009-589F3EF5513D}"/>
              </a:ext>
            </a:extLst>
          </p:cNvPr>
          <p:cNvCxnSpPr>
            <a:cxnSpLocks/>
          </p:cNvCxnSpPr>
          <p:nvPr/>
        </p:nvCxnSpPr>
        <p:spPr>
          <a:xfrm>
            <a:off x="9595147" y="4848671"/>
            <a:ext cx="21282378" cy="7310"/>
          </a:xfrm>
          <a:prstGeom prst="line">
            <a:avLst/>
          </a:prstGeom>
          <a:ln w="76200" cap="flat" cmpd="sng" algn="ctr">
            <a:solidFill>
              <a:srgbClr val="DFDFD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17" name="Google Shape;953;p28">
            <a:extLst>
              <a:ext uri="{FF2B5EF4-FFF2-40B4-BE49-F238E27FC236}">
                <a16:creationId xmlns:a16="http://schemas.microsoft.com/office/drawing/2014/main" id="{DFB8AF1B-F09F-4A2B-BFB5-62E279EE3AE8}"/>
              </a:ext>
            </a:extLst>
          </p:cNvPr>
          <p:cNvSpPr txBox="1"/>
          <p:nvPr/>
        </p:nvSpPr>
        <p:spPr>
          <a:xfrm>
            <a:off x="18135867" y="31544671"/>
            <a:ext cx="3733372" cy="70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Head</a:t>
            </a:r>
            <a:endParaRPr lang="en-US" altLang="zh-CN" sz="4000" b="1" dirty="0">
              <a:solidFill>
                <a:srgbClr val="084F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20" name="Google Shape;953;p28">
            <a:extLst>
              <a:ext uri="{FF2B5EF4-FFF2-40B4-BE49-F238E27FC236}">
                <a16:creationId xmlns:a16="http://schemas.microsoft.com/office/drawing/2014/main" id="{B32C7CD1-5BDD-47F3-9A17-EA3F7A81BB1D}"/>
              </a:ext>
            </a:extLst>
          </p:cNvPr>
          <p:cNvSpPr txBox="1"/>
          <p:nvPr/>
        </p:nvSpPr>
        <p:spPr>
          <a:xfrm>
            <a:off x="3236838" y="31544671"/>
            <a:ext cx="3733372" cy="70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altLang="zh-CN" sz="4000" b="1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Backbone</a:t>
            </a:r>
            <a:endParaRPr lang="en-US" altLang="zh-CN" sz="4000" b="1" dirty="0">
              <a:solidFill>
                <a:srgbClr val="084F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33" name="组合 1432">
            <a:extLst>
              <a:ext uri="{FF2B5EF4-FFF2-40B4-BE49-F238E27FC236}">
                <a16:creationId xmlns:a16="http://schemas.microsoft.com/office/drawing/2014/main" id="{A8A73A3A-9375-4615-9F05-259056AC6C76}"/>
              </a:ext>
            </a:extLst>
          </p:cNvPr>
          <p:cNvGrpSpPr/>
          <p:nvPr/>
        </p:nvGrpSpPr>
        <p:grpSpPr>
          <a:xfrm>
            <a:off x="26885099" y="8028486"/>
            <a:ext cx="3658878" cy="7010469"/>
            <a:chOff x="4881505" y="2577998"/>
            <a:chExt cx="1829439" cy="3502066"/>
          </a:xfrm>
        </p:grpSpPr>
        <p:grpSp>
          <p:nvGrpSpPr>
            <p:cNvPr id="962" name="组合 961">
              <a:extLst>
                <a:ext uri="{FF2B5EF4-FFF2-40B4-BE49-F238E27FC236}">
                  <a16:creationId xmlns:a16="http://schemas.microsoft.com/office/drawing/2014/main" id="{B9BE14EB-9524-4A3F-9FC7-23930629BD16}"/>
                </a:ext>
              </a:extLst>
            </p:cNvPr>
            <p:cNvGrpSpPr/>
            <p:nvPr/>
          </p:nvGrpSpPr>
          <p:grpSpPr>
            <a:xfrm>
              <a:off x="4881505" y="2577998"/>
              <a:ext cx="1829439" cy="3502066"/>
              <a:chOff x="5488450" y="2404602"/>
              <a:chExt cx="1829439" cy="3502066"/>
            </a:xfrm>
          </p:grpSpPr>
          <p:sp>
            <p:nvSpPr>
              <p:cNvPr id="1096" name="Google Shape;379;p22">
                <a:extLst>
                  <a:ext uri="{FF2B5EF4-FFF2-40B4-BE49-F238E27FC236}">
                    <a16:creationId xmlns:a16="http://schemas.microsoft.com/office/drawing/2014/main" id="{C6F2C643-0A9E-4D98-828E-7CDEE8050065}"/>
                  </a:ext>
                </a:extLst>
              </p:cNvPr>
              <p:cNvSpPr/>
              <p:nvPr/>
            </p:nvSpPr>
            <p:spPr>
              <a:xfrm>
                <a:off x="5488450" y="2404602"/>
                <a:ext cx="1829439" cy="3502066"/>
              </a:xfrm>
              <a:prstGeom prst="roundRect">
                <a:avLst>
                  <a:gd name="adj" fmla="val 3349"/>
                </a:avLst>
              </a:prstGeom>
              <a:solidFill>
                <a:srgbClr val="89E0FF">
                  <a:alpha val="70000"/>
                </a:srgbClr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endPara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8" name="Google Shape;379;p22">
                <a:extLst>
                  <a:ext uri="{FF2B5EF4-FFF2-40B4-BE49-F238E27FC236}">
                    <a16:creationId xmlns:a16="http://schemas.microsoft.com/office/drawing/2014/main" id="{BE995C69-465A-45F3-A68E-B562D631F658}"/>
                  </a:ext>
                </a:extLst>
              </p:cNvPr>
              <p:cNvSpPr/>
              <p:nvPr/>
            </p:nvSpPr>
            <p:spPr>
              <a:xfrm>
                <a:off x="5656306" y="3304213"/>
                <a:ext cx="1488612" cy="511850"/>
              </a:xfrm>
              <a:prstGeom prst="roundRect">
                <a:avLst>
                  <a:gd name="adj" fmla="val 15640"/>
                </a:avLst>
              </a:prstGeom>
              <a:solidFill>
                <a:srgbClr val="F8CBAD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Conv2d</a:t>
                </a:r>
              </a:p>
              <a:p>
                <a:pPr algn="ctr"/>
                <a:r>
                  <a:rPr lang="en-US" altLang="zh-CN" sz="20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</a:t>
                </a:r>
                <a:r>
                  <a:rPr lang="en-US" sz="20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, s , p , c</a:t>
                </a:r>
                <a:endParaRPr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09" name="Google Shape;953;p28">
                <a:extLst>
                  <a:ext uri="{FF2B5EF4-FFF2-40B4-BE49-F238E27FC236}">
                    <a16:creationId xmlns:a16="http://schemas.microsoft.com/office/drawing/2014/main" id="{8B2C269D-A6BB-488E-B874-1F7CBE9E93A8}"/>
                  </a:ext>
                </a:extLst>
              </p:cNvPr>
              <p:cNvSpPr txBox="1"/>
              <p:nvPr/>
            </p:nvSpPr>
            <p:spPr>
              <a:xfrm>
                <a:off x="5656306" y="2515203"/>
                <a:ext cx="1488612" cy="4555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Conv</a:t>
                </a:r>
              </a:p>
              <a:p>
                <a:pPr algn="ctr"/>
                <a:r>
                  <a:rPr lang="en-US" altLang="zh-CN" sz="2400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k, s,  p, c</a:t>
                </a:r>
              </a:p>
              <a:p>
                <a:pPr lvl="0" algn="ctr"/>
                <a:endParaRPr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endParaRPr>
              </a:p>
            </p:txBody>
          </p:sp>
          <p:cxnSp>
            <p:nvCxnSpPr>
              <p:cNvPr id="1110" name="Google Shape;394;p22">
                <a:extLst>
                  <a:ext uri="{FF2B5EF4-FFF2-40B4-BE49-F238E27FC236}">
                    <a16:creationId xmlns:a16="http://schemas.microsoft.com/office/drawing/2014/main" id="{FD73499B-50F8-40C5-B92C-E0EAED2FEB55}"/>
                  </a:ext>
                </a:extLst>
              </p:cNvPr>
              <p:cNvCxnSpPr>
                <a:cxnSpLocks/>
                <a:endCxn id="1108" idx="0"/>
              </p:cNvCxnSpPr>
              <p:nvPr/>
            </p:nvCxnSpPr>
            <p:spPr>
              <a:xfrm>
                <a:off x="6400612" y="2976563"/>
                <a:ext cx="0" cy="3276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11" name="Google Shape;379;p22">
                <a:extLst>
                  <a:ext uri="{FF2B5EF4-FFF2-40B4-BE49-F238E27FC236}">
                    <a16:creationId xmlns:a16="http://schemas.microsoft.com/office/drawing/2014/main" id="{D56172B6-BC58-4776-A4BB-0DF53C479598}"/>
                  </a:ext>
                </a:extLst>
              </p:cNvPr>
              <p:cNvSpPr/>
              <p:nvPr/>
            </p:nvSpPr>
            <p:spPr>
              <a:xfrm>
                <a:off x="5656306" y="4303172"/>
                <a:ext cx="1488612" cy="467197"/>
              </a:xfrm>
              <a:prstGeom prst="roundRect">
                <a:avLst>
                  <a:gd name="adj" fmla="val 15640"/>
                </a:avLst>
              </a:prstGeom>
              <a:solidFill>
                <a:srgbClr val="CCFDB9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BatchNorm2d</a:t>
                </a:r>
                <a:endParaRPr lang="en-US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12" name="Google Shape;394;p22">
                <a:extLst>
                  <a:ext uri="{FF2B5EF4-FFF2-40B4-BE49-F238E27FC236}">
                    <a16:creationId xmlns:a16="http://schemas.microsoft.com/office/drawing/2014/main" id="{7D33D9C3-9AF8-45F2-B067-8BFDF6E076AE}"/>
                  </a:ext>
                </a:extLst>
              </p:cNvPr>
              <p:cNvCxnSpPr>
                <a:cxnSpLocks/>
                <a:stCxn id="1108" idx="2"/>
                <a:endCxn id="1111" idx="0"/>
              </p:cNvCxnSpPr>
              <p:nvPr/>
            </p:nvCxnSpPr>
            <p:spPr>
              <a:xfrm>
                <a:off x="6400612" y="3816063"/>
                <a:ext cx="0" cy="48710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113" name="Google Shape;379;p22">
                <a:extLst>
                  <a:ext uri="{FF2B5EF4-FFF2-40B4-BE49-F238E27FC236}">
                    <a16:creationId xmlns:a16="http://schemas.microsoft.com/office/drawing/2014/main" id="{FC775241-22A2-4708-9921-192C36197F5D}"/>
                  </a:ext>
                </a:extLst>
              </p:cNvPr>
              <p:cNvSpPr/>
              <p:nvPr/>
            </p:nvSpPr>
            <p:spPr>
              <a:xfrm>
                <a:off x="5656306" y="5225727"/>
                <a:ext cx="1488612" cy="467196"/>
              </a:xfrm>
              <a:prstGeom prst="roundRect">
                <a:avLst>
                  <a:gd name="adj" fmla="val 15640"/>
                </a:avLst>
              </a:prstGeom>
              <a:solidFill>
                <a:srgbClr val="B8FEF7"/>
              </a:solidFill>
              <a:ln w="19050" cap="flat" cmpd="sng">
                <a:solidFill>
                  <a:srgbClr val="99999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95036" tIns="195036" rIns="195036" bIns="195036" anchor="ctr" anchorCtr="0">
                <a:noAutofit/>
              </a:bodyPr>
              <a:lstStyle/>
              <a:p>
                <a:pPr algn="ctr"/>
                <a:r>
                  <a:rPr lang="en-US" altLang="zh-CN" sz="2400" b="1" dirty="0" err="1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SiLU</a:t>
                </a:r>
                <a:endParaRPr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1114" name="Google Shape;394;p22">
                <a:extLst>
                  <a:ext uri="{FF2B5EF4-FFF2-40B4-BE49-F238E27FC236}">
                    <a16:creationId xmlns:a16="http://schemas.microsoft.com/office/drawing/2014/main" id="{C06E8EB1-9DCE-42BF-BE7B-47D050AB92BE}"/>
                  </a:ext>
                </a:extLst>
              </p:cNvPr>
              <p:cNvCxnSpPr>
                <a:cxnSpLocks/>
                <a:stCxn id="1111" idx="2"/>
                <a:endCxn id="1113" idx="0"/>
              </p:cNvCxnSpPr>
              <p:nvPr/>
            </p:nvCxnSpPr>
            <p:spPr>
              <a:xfrm>
                <a:off x="6400612" y="4770369"/>
                <a:ext cx="0" cy="45535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1427" name="Google Shape;394;p22">
              <a:extLst>
                <a:ext uri="{FF2B5EF4-FFF2-40B4-BE49-F238E27FC236}">
                  <a16:creationId xmlns:a16="http://schemas.microsoft.com/office/drawing/2014/main" id="{43C68662-B4A8-467B-8204-CFFC1E54A224}"/>
                </a:ext>
              </a:extLst>
            </p:cNvPr>
            <p:cNvCxnSpPr>
              <a:cxnSpLocks/>
            </p:cNvCxnSpPr>
            <p:nvPr/>
          </p:nvCxnSpPr>
          <p:spPr>
            <a:xfrm>
              <a:off x="5796225" y="5874793"/>
              <a:ext cx="0" cy="16002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66" name="Google Shape;953;p28">
            <a:extLst>
              <a:ext uri="{FF2B5EF4-FFF2-40B4-BE49-F238E27FC236}">
                <a16:creationId xmlns:a16="http://schemas.microsoft.com/office/drawing/2014/main" id="{7588A6AB-7E80-47E6-9CD7-A85066760D6C}"/>
              </a:ext>
            </a:extLst>
          </p:cNvPr>
          <p:cNvSpPr txBox="1"/>
          <p:nvPr/>
        </p:nvSpPr>
        <p:spPr>
          <a:xfrm>
            <a:off x="4793205" y="28568457"/>
            <a:ext cx="2444702" cy="30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grpSp>
        <p:nvGrpSpPr>
          <p:cNvPr id="699" name="组合 698">
            <a:extLst>
              <a:ext uri="{FF2B5EF4-FFF2-40B4-BE49-F238E27FC236}">
                <a16:creationId xmlns:a16="http://schemas.microsoft.com/office/drawing/2014/main" id="{DDEE5033-782F-42A8-B2D9-2719415168B1}"/>
              </a:ext>
            </a:extLst>
          </p:cNvPr>
          <p:cNvGrpSpPr/>
          <p:nvPr/>
        </p:nvGrpSpPr>
        <p:grpSpPr>
          <a:xfrm>
            <a:off x="2223887" y="27358853"/>
            <a:ext cx="4794367" cy="1023700"/>
            <a:chOff x="780535" y="4718306"/>
            <a:chExt cx="2078295" cy="511850"/>
          </a:xfrm>
        </p:grpSpPr>
        <p:sp>
          <p:nvSpPr>
            <p:cNvPr id="700" name="Google Shape;385;p22">
              <a:extLst>
                <a:ext uri="{FF2B5EF4-FFF2-40B4-BE49-F238E27FC236}">
                  <a16:creationId xmlns:a16="http://schemas.microsoft.com/office/drawing/2014/main" id="{833129FF-D428-40C8-9D16-B3F8C67BEFE0}"/>
                </a:ext>
              </a:extLst>
            </p:cNvPr>
            <p:cNvSpPr/>
            <p:nvPr/>
          </p:nvSpPr>
          <p:spPr>
            <a:xfrm>
              <a:off x="780535" y="4718306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shortcut=True,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n=3×d</a:t>
              </a:r>
            </a:p>
          </p:txBody>
        </p:sp>
        <p:cxnSp>
          <p:nvCxnSpPr>
            <p:cNvPr id="701" name="直接连接符 700">
              <a:extLst>
                <a:ext uri="{FF2B5EF4-FFF2-40B4-BE49-F238E27FC236}">
                  <a16:creationId xmlns:a16="http://schemas.microsoft.com/office/drawing/2014/main" id="{8E9C4BD7-0A55-48D0-A896-A4B796D64156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3" y="4718306"/>
              <a:ext cx="0" cy="508577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02" name="文本框 701">
              <a:extLst>
                <a:ext uri="{FF2B5EF4-FFF2-40B4-BE49-F238E27FC236}">
                  <a16:creationId xmlns:a16="http://schemas.microsoft.com/office/drawing/2014/main" id="{E602D747-B84E-4C17-9AE2-2CB639FC48A0}"/>
                </a:ext>
              </a:extLst>
            </p:cNvPr>
            <p:cNvSpPr txBox="1"/>
            <p:nvPr/>
          </p:nvSpPr>
          <p:spPr>
            <a:xfrm>
              <a:off x="2454441" y="4743458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</a:t>
              </a:r>
            </a:p>
          </p:txBody>
        </p:sp>
        <p:cxnSp>
          <p:nvCxnSpPr>
            <p:cNvPr id="703" name="直接连接符 702">
              <a:extLst>
                <a:ext uri="{FF2B5EF4-FFF2-40B4-BE49-F238E27FC236}">
                  <a16:creationId xmlns:a16="http://schemas.microsoft.com/office/drawing/2014/main" id="{77F6C9A7-DCA3-47DD-AB79-8DC1D8B192E1}"/>
                </a:ext>
              </a:extLst>
            </p:cNvPr>
            <p:cNvCxnSpPr>
              <a:cxnSpLocks/>
            </p:cNvCxnSpPr>
            <p:nvPr/>
          </p:nvCxnSpPr>
          <p:spPr>
            <a:xfrm>
              <a:off x="2528609" y="4978142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826" name="Google Shape;394;p22">
            <a:extLst>
              <a:ext uri="{FF2B5EF4-FFF2-40B4-BE49-F238E27FC236}">
                <a16:creationId xmlns:a16="http://schemas.microsoft.com/office/drawing/2014/main" id="{68CFA4F0-88D7-40B5-BD72-4D1864183063}"/>
              </a:ext>
            </a:extLst>
          </p:cNvPr>
          <p:cNvCxnSpPr>
            <a:cxnSpLocks/>
            <a:stCxn id="631" idx="3"/>
            <a:endCxn id="749" idx="1"/>
          </p:cNvCxnSpPr>
          <p:nvPr/>
        </p:nvCxnSpPr>
        <p:spPr>
          <a:xfrm flipV="1">
            <a:off x="6870506" y="20440280"/>
            <a:ext cx="3146964" cy="738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11" name="Google Shape;953;p28">
            <a:extLst>
              <a:ext uri="{FF2B5EF4-FFF2-40B4-BE49-F238E27FC236}">
                <a16:creationId xmlns:a16="http://schemas.microsoft.com/office/drawing/2014/main" id="{DCE5D8B4-8821-4169-95A5-155EBAE51AAC}"/>
              </a:ext>
            </a:extLst>
          </p:cNvPr>
          <p:cNvSpPr txBox="1"/>
          <p:nvPr/>
        </p:nvSpPr>
        <p:spPr>
          <a:xfrm>
            <a:off x="7117467" y="20533672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Stride=8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413" name="Google Shape;953;p28">
            <a:extLst>
              <a:ext uri="{FF2B5EF4-FFF2-40B4-BE49-F238E27FC236}">
                <a16:creationId xmlns:a16="http://schemas.microsoft.com/office/drawing/2014/main" id="{9D420C6A-3FB3-4002-B25F-A3083BE0659A}"/>
              </a:ext>
            </a:extLst>
          </p:cNvPr>
          <p:cNvSpPr txBox="1"/>
          <p:nvPr/>
        </p:nvSpPr>
        <p:spPr>
          <a:xfrm>
            <a:off x="7117467" y="24567726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Stride=16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906" name="Google Shape;953;p28">
            <a:extLst>
              <a:ext uri="{FF2B5EF4-FFF2-40B4-BE49-F238E27FC236}">
                <a16:creationId xmlns:a16="http://schemas.microsoft.com/office/drawing/2014/main" id="{47F6AE73-3879-43D0-910F-75E052861CE1}"/>
              </a:ext>
            </a:extLst>
          </p:cNvPr>
          <p:cNvSpPr txBox="1"/>
          <p:nvPr/>
        </p:nvSpPr>
        <p:spPr>
          <a:xfrm>
            <a:off x="20395782" y="20314497"/>
            <a:ext cx="2444702" cy="280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256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cxnSp>
        <p:nvCxnSpPr>
          <p:cNvPr id="402" name="Google Shape;394;p22">
            <a:extLst>
              <a:ext uri="{FF2B5EF4-FFF2-40B4-BE49-F238E27FC236}">
                <a16:creationId xmlns:a16="http://schemas.microsoft.com/office/drawing/2014/main" id="{656233AD-B563-448B-B4E5-A50A2DA0FC87}"/>
              </a:ext>
            </a:extLst>
          </p:cNvPr>
          <p:cNvCxnSpPr>
            <a:cxnSpLocks/>
            <a:endCxn id="793" idx="0"/>
          </p:cNvCxnSpPr>
          <p:nvPr/>
        </p:nvCxnSpPr>
        <p:spPr>
          <a:xfrm>
            <a:off x="20254247" y="19075678"/>
            <a:ext cx="0" cy="203403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2" name="Google Shape;953;p28">
            <a:extLst>
              <a:ext uri="{FF2B5EF4-FFF2-40B4-BE49-F238E27FC236}">
                <a16:creationId xmlns:a16="http://schemas.microsoft.com/office/drawing/2014/main" id="{BF4B1D29-62EC-4298-89DF-42712F42FF55}"/>
              </a:ext>
            </a:extLst>
          </p:cNvPr>
          <p:cNvSpPr txBox="1"/>
          <p:nvPr/>
        </p:nvSpPr>
        <p:spPr>
          <a:xfrm>
            <a:off x="12517124" y="20930300"/>
            <a:ext cx="2174410" cy="313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80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cxnSp>
        <p:nvCxnSpPr>
          <p:cNvPr id="756" name="Google Shape;394;p22">
            <a:extLst>
              <a:ext uri="{FF2B5EF4-FFF2-40B4-BE49-F238E27FC236}">
                <a16:creationId xmlns:a16="http://schemas.microsoft.com/office/drawing/2014/main" id="{0529069C-4E8F-41CE-941B-DAE682EA67F0}"/>
              </a:ext>
            </a:extLst>
          </p:cNvPr>
          <p:cNvCxnSpPr>
            <a:cxnSpLocks/>
            <a:stCxn id="753" idx="0"/>
            <a:endCxn id="749" idx="2"/>
          </p:cNvCxnSpPr>
          <p:nvPr/>
        </p:nvCxnSpPr>
        <p:spPr>
          <a:xfrm flipV="1">
            <a:off x="12340783" y="20796648"/>
            <a:ext cx="0" cy="529269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A01C638C-083B-4537-BD40-8E48E3A89D81}"/>
              </a:ext>
            </a:extLst>
          </p:cNvPr>
          <p:cNvCxnSpPr>
            <a:cxnSpLocks/>
          </p:cNvCxnSpPr>
          <p:nvPr/>
        </p:nvCxnSpPr>
        <p:spPr>
          <a:xfrm>
            <a:off x="15264668" y="18306103"/>
            <a:ext cx="0" cy="13991994"/>
          </a:xfrm>
          <a:prstGeom prst="line">
            <a:avLst/>
          </a:prstGeom>
          <a:ln w="38100" cap="flat" cmpd="sng" algn="ctr">
            <a:solidFill>
              <a:srgbClr val="DFDFD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35" name="Google Shape;394;p22">
            <a:extLst>
              <a:ext uri="{FF2B5EF4-FFF2-40B4-BE49-F238E27FC236}">
                <a16:creationId xmlns:a16="http://schemas.microsoft.com/office/drawing/2014/main" id="{126B5021-7762-488C-96B3-593303D672C2}"/>
              </a:ext>
            </a:extLst>
          </p:cNvPr>
          <p:cNvCxnSpPr>
            <a:cxnSpLocks/>
            <a:stCxn id="805" idx="2"/>
            <a:endCxn id="813" idx="0"/>
          </p:cNvCxnSpPr>
          <p:nvPr/>
        </p:nvCxnSpPr>
        <p:spPr>
          <a:xfrm>
            <a:off x="20252035" y="25631689"/>
            <a:ext cx="2213" cy="117126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8" name="Google Shape;953;p28">
            <a:extLst>
              <a:ext uri="{FF2B5EF4-FFF2-40B4-BE49-F238E27FC236}">
                <a16:creationId xmlns:a16="http://schemas.microsoft.com/office/drawing/2014/main" id="{33D7006B-4EFA-4DDF-B5A9-6D8BFC1733C3}"/>
              </a:ext>
            </a:extLst>
          </p:cNvPr>
          <p:cNvSpPr txBox="1"/>
          <p:nvPr/>
        </p:nvSpPr>
        <p:spPr>
          <a:xfrm>
            <a:off x="20395782" y="26167326"/>
            <a:ext cx="2444702" cy="324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867" name="Google Shape;953;p28">
            <a:extLst>
              <a:ext uri="{FF2B5EF4-FFF2-40B4-BE49-F238E27FC236}">
                <a16:creationId xmlns:a16="http://schemas.microsoft.com/office/drawing/2014/main" id="{C321377C-CAB8-4145-9C8F-B6A9330AE98C}"/>
              </a:ext>
            </a:extLst>
          </p:cNvPr>
          <p:cNvSpPr txBox="1"/>
          <p:nvPr/>
        </p:nvSpPr>
        <p:spPr>
          <a:xfrm>
            <a:off x="15528734" y="29029706"/>
            <a:ext cx="2444702" cy="294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cxnSp>
        <p:nvCxnSpPr>
          <p:cNvPr id="841" name="Google Shape;394;p22">
            <a:extLst>
              <a:ext uri="{FF2B5EF4-FFF2-40B4-BE49-F238E27FC236}">
                <a16:creationId xmlns:a16="http://schemas.microsoft.com/office/drawing/2014/main" id="{EFD7D728-0FE8-46CC-BB05-F19CFE6E4211}"/>
              </a:ext>
            </a:extLst>
          </p:cNvPr>
          <p:cNvCxnSpPr>
            <a:cxnSpLocks/>
            <a:endCxn id="818" idx="1"/>
          </p:cNvCxnSpPr>
          <p:nvPr/>
        </p:nvCxnSpPr>
        <p:spPr>
          <a:xfrm>
            <a:off x="6877810" y="29350104"/>
            <a:ext cx="11053119" cy="3060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5" name="Google Shape;953;p28">
            <a:extLst>
              <a:ext uri="{FF2B5EF4-FFF2-40B4-BE49-F238E27FC236}">
                <a16:creationId xmlns:a16="http://schemas.microsoft.com/office/drawing/2014/main" id="{3CF15126-3413-41F1-8670-6F2B7DA82C05}"/>
              </a:ext>
            </a:extLst>
          </p:cNvPr>
          <p:cNvSpPr txBox="1"/>
          <p:nvPr/>
        </p:nvSpPr>
        <p:spPr>
          <a:xfrm>
            <a:off x="15528734" y="22731562"/>
            <a:ext cx="1954840" cy="28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40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endParaRPr sz="2000" dirty="0">
              <a:solidFill>
                <a:srgbClr val="C55A1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cxnSp>
        <p:nvCxnSpPr>
          <p:cNvPr id="801" name="Google Shape;394;p22">
            <a:extLst>
              <a:ext uri="{FF2B5EF4-FFF2-40B4-BE49-F238E27FC236}">
                <a16:creationId xmlns:a16="http://schemas.microsoft.com/office/drawing/2014/main" id="{81156403-6461-456D-AE3F-D3FDA1D4D602}"/>
              </a:ext>
            </a:extLst>
          </p:cNvPr>
          <p:cNvCxnSpPr>
            <a:cxnSpLocks/>
            <a:stCxn id="761" idx="3"/>
            <a:endCxn id="798" idx="1"/>
          </p:cNvCxnSpPr>
          <p:nvPr/>
        </p:nvCxnSpPr>
        <p:spPr>
          <a:xfrm>
            <a:off x="14664070" y="23079764"/>
            <a:ext cx="3266865" cy="3212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0" name="Google Shape;394;p22">
            <a:extLst>
              <a:ext uri="{FF2B5EF4-FFF2-40B4-BE49-F238E27FC236}">
                <a16:creationId xmlns:a16="http://schemas.microsoft.com/office/drawing/2014/main" id="{B766AF86-22BF-4DC4-A976-4988EB11E01B}"/>
              </a:ext>
            </a:extLst>
          </p:cNvPr>
          <p:cNvCxnSpPr>
            <a:cxnSpLocks/>
            <a:stCxn id="769" idx="3"/>
            <a:endCxn id="920" idx="1"/>
          </p:cNvCxnSpPr>
          <p:nvPr/>
        </p:nvCxnSpPr>
        <p:spPr>
          <a:xfrm>
            <a:off x="14655960" y="19059440"/>
            <a:ext cx="11680977" cy="1982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41" name="组合 240">
            <a:extLst>
              <a:ext uri="{FF2B5EF4-FFF2-40B4-BE49-F238E27FC236}">
                <a16:creationId xmlns:a16="http://schemas.microsoft.com/office/drawing/2014/main" id="{F4892BC1-7C23-4F29-AB04-1232CFB70BFD}"/>
              </a:ext>
            </a:extLst>
          </p:cNvPr>
          <p:cNvGrpSpPr/>
          <p:nvPr/>
        </p:nvGrpSpPr>
        <p:grpSpPr>
          <a:xfrm>
            <a:off x="10009335" y="18547591"/>
            <a:ext cx="4811108" cy="1023697"/>
            <a:chOff x="8243120" y="5408533"/>
            <a:chExt cx="2085552" cy="511850"/>
          </a:xfrm>
        </p:grpSpPr>
        <p:sp>
          <p:nvSpPr>
            <p:cNvPr id="769" name="Google Shape;385;p22">
              <a:extLst>
                <a:ext uri="{FF2B5EF4-FFF2-40B4-BE49-F238E27FC236}">
                  <a16:creationId xmlns:a16="http://schemas.microsoft.com/office/drawing/2014/main" id="{AB995E17-81C9-49EB-B680-910AD68C0CBA}"/>
                </a:ext>
              </a:extLst>
            </p:cNvPr>
            <p:cNvSpPr/>
            <p:nvPr/>
          </p:nvSpPr>
          <p:spPr>
            <a:xfrm>
              <a:off x="8243120" y="5408533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shortcut=False,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n=3×d</a:t>
              </a:r>
              <a:endParaRPr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70" name="直接连接符 769">
              <a:extLst>
                <a:ext uri="{FF2B5EF4-FFF2-40B4-BE49-F238E27FC236}">
                  <a16:creationId xmlns:a16="http://schemas.microsoft.com/office/drawing/2014/main" id="{DC92AD5E-5D52-4257-A895-4CB78FA043E2}"/>
                </a:ext>
              </a:extLst>
            </p:cNvPr>
            <p:cNvCxnSpPr>
              <a:cxnSpLocks/>
            </p:cNvCxnSpPr>
            <p:nvPr/>
          </p:nvCxnSpPr>
          <p:spPr>
            <a:xfrm>
              <a:off x="9989048" y="5408533"/>
              <a:ext cx="0" cy="508577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71" name="文本框 770">
              <a:extLst>
                <a:ext uri="{FF2B5EF4-FFF2-40B4-BE49-F238E27FC236}">
                  <a16:creationId xmlns:a16="http://schemas.microsoft.com/office/drawing/2014/main" id="{D0C75269-253C-41B5-95E9-9C094B00BB60}"/>
                </a:ext>
              </a:extLst>
            </p:cNvPr>
            <p:cNvSpPr txBox="1"/>
            <p:nvPr/>
          </p:nvSpPr>
          <p:spPr>
            <a:xfrm>
              <a:off x="9924283" y="5433685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15</a:t>
              </a:r>
            </a:p>
          </p:txBody>
        </p:sp>
        <p:cxnSp>
          <p:nvCxnSpPr>
            <p:cNvPr id="772" name="直接连接符 771">
              <a:extLst>
                <a:ext uri="{FF2B5EF4-FFF2-40B4-BE49-F238E27FC236}">
                  <a16:creationId xmlns:a16="http://schemas.microsoft.com/office/drawing/2014/main" id="{FC267BB3-DA3A-4F17-8349-68E677B29A83}"/>
                </a:ext>
              </a:extLst>
            </p:cNvPr>
            <p:cNvCxnSpPr>
              <a:cxnSpLocks/>
            </p:cNvCxnSpPr>
            <p:nvPr/>
          </p:nvCxnSpPr>
          <p:spPr>
            <a:xfrm>
              <a:off x="9991194" y="5668369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78" name="文本框 777">
              <a:extLst>
                <a:ext uri="{FF2B5EF4-FFF2-40B4-BE49-F238E27FC236}">
                  <a16:creationId xmlns:a16="http://schemas.microsoft.com/office/drawing/2014/main" id="{85E5C2E0-21EB-4DEF-BC87-3C7E39FD91DF}"/>
                </a:ext>
              </a:extLst>
            </p:cNvPr>
            <p:cNvSpPr txBox="1"/>
            <p:nvPr/>
          </p:nvSpPr>
          <p:spPr>
            <a:xfrm>
              <a:off x="9924283" y="5683602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P3</a:t>
              </a:r>
            </a:p>
          </p:txBody>
        </p:sp>
      </p:grpSp>
      <p:sp>
        <p:nvSpPr>
          <p:cNvPr id="432" name="Google Shape;953;p28">
            <a:extLst>
              <a:ext uri="{FF2B5EF4-FFF2-40B4-BE49-F238E27FC236}">
                <a16:creationId xmlns:a16="http://schemas.microsoft.com/office/drawing/2014/main" id="{E0645018-0B8C-4357-90CE-A94BA5EFFC60}"/>
              </a:ext>
            </a:extLst>
          </p:cNvPr>
          <p:cNvSpPr txBox="1"/>
          <p:nvPr/>
        </p:nvSpPr>
        <p:spPr>
          <a:xfrm>
            <a:off x="9792120" y="5051859"/>
            <a:ext cx="1911949" cy="609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sz="4000" b="1" dirty="0">
                <a:solidFill>
                  <a:srgbClr val="084F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Details</a:t>
            </a:r>
            <a:endParaRPr sz="4000" b="1" dirty="0">
              <a:solidFill>
                <a:srgbClr val="084F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grpSp>
        <p:nvGrpSpPr>
          <p:cNvPr id="842" name="组合 841">
            <a:extLst>
              <a:ext uri="{FF2B5EF4-FFF2-40B4-BE49-F238E27FC236}">
                <a16:creationId xmlns:a16="http://schemas.microsoft.com/office/drawing/2014/main" id="{3B9E0A5A-1BF3-4784-80D1-E7313EFB141C}"/>
              </a:ext>
            </a:extLst>
          </p:cNvPr>
          <p:cNvGrpSpPr/>
          <p:nvPr/>
        </p:nvGrpSpPr>
        <p:grpSpPr>
          <a:xfrm>
            <a:off x="17925612" y="30289801"/>
            <a:ext cx="4811108" cy="1023697"/>
            <a:chOff x="8243120" y="5408533"/>
            <a:chExt cx="2085552" cy="511850"/>
          </a:xfrm>
        </p:grpSpPr>
        <p:sp>
          <p:nvSpPr>
            <p:cNvPr id="843" name="Google Shape;385;p22">
              <a:extLst>
                <a:ext uri="{FF2B5EF4-FFF2-40B4-BE49-F238E27FC236}">
                  <a16:creationId xmlns:a16="http://schemas.microsoft.com/office/drawing/2014/main" id="{9EC61F01-C6E2-4325-9A6F-B24467657BFA}"/>
                </a:ext>
              </a:extLst>
            </p:cNvPr>
            <p:cNvSpPr/>
            <p:nvPr/>
          </p:nvSpPr>
          <p:spPr>
            <a:xfrm>
              <a:off x="8243120" y="5408533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shortcut=False,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n=3×d</a:t>
              </a:r>
            </a:p>
          </p:txBody>
        </p:sp>
        <p:cxnSp>
          <p:nvCxnSpPr>
            <p:cNvPr id="844" name="直接连接符 843">
              <a:extLst>
                <a:ext uri="{FF2B5EF4-FFF2-40B4-BE49-F238E27FC236}">
                  <a16:creationId xmlns:a16="http://schemas.microsoft.com/office/drawing/2014/main" id="{DCBBE531-322F-4E48-B7E4-A92A6AD0A31B}"/>
                </a:ext>
              </a:extLst>
            </p:cNvPr>
            <p:cNvCxnSpPr>
              <a:cxnSpLocks/>
            </p:cNvCxnSpPr>
            <p:nvPr/>
          </p:nvCxnSpPr>
          <p:spPr>
            <a:xfrm>
              <a:off x="9989048" y="5411800"/>
              <a:ext cx="0" cy="50531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45" name="文本框 844">
              <a:extLst>
                <a:ext uri="{FF2B5EF4-FFF2-40B4-BE49-F238E27FC236}">
                  <a16:creationId xmlns:a16="http://schemas.microsoft.com/office/drawing/2014/main" id="{41A83E20-5F32-4BE8-8DF5-13C1D396B20F}"/>
                </a:ext>
              </a:extLst>
            </p:cNvPr>
            <p:cNvSpPr txBox="1"/>
            <p:nvPr/>
          </p:nvSpPr>
          <p:spPr>
            <a:xfrm>
              <a:off x="9924283" y="5433685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21</a:t>
              </a:r>
            </a:p>
          </p:txBody>
        </p:sp>
        <p:cxnSp>
          <p:nvCxnSpPr>
            <p:cNvPr id="846" name="直接连接符 845">
              <a:extLst>
                <a:ext uri="{FF2B5EF4-FFF2-40B4-BE49-F238E27FC236}">
                  <a16:creationId xmlns:a16="http://schemas.microsoft.com/office/drawing/2014/main" id="{3463D856-0126-41FE-94D3-3F25353168EF}"/>
                </a:ext>
              </a:extLst>
            </p:cNvPr>
            <p:cNvCxnSpPr>
              <a:cxnSpLocks/>
            </p:cNvCxnSpPr>
            <p:nvPr/>
          </p:nvCxnSpPr>
          <p:spPr>
            <a:xfrm>
              <a:off x="9991194" y="5668369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47" name="文本框 846">
              <a:extLst>
                <a:ext uri="{FF2B5EF4-FFF2-40B4-BE49-F238E27FC236}">
                  <a16:creationId xmlns:a16="http://schemas.microsoft.com/office/drawing/2014/main" id="{A2868ECE-49E3-4D90-8CE3-8F48C3D041E4}"/>
                </a:ext>
              </a:extLst>
            </p:cNvPr>
            <p:cNvSpPr txBox="1"/>
            <p:nvPr/>
          </p:nvSpPr>
          <p:spPr>
            <a:xfrm>
              <a:off x="9924283" y="5683602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P5</a:t>
              </a:r>
            </a:p>
          </p:txBody>
        </p:sp>
      </p:grpSp>
      <p:cxnSp>
        <p:nvCxnSpPr>
          <p:cNvPr id="705" name="Google Shape;394;p22">
            <a:extLst>
              <a:ext uri="{FF2B5EF4-FFF2-40B4-BE49-F238E27FC236}">
                <a16:creationId xmlns:a16="http://schemas.microsoft.com/office/drawing/2014/main" id="{8F0CF6E3-5A35-4D43-BBC0-7C50FA42B736}"/>
              </a:ext>
            </a:extLst>
          </p:cNvPr>
          <p:cNvCxnSpPr>
            <a:cxnSpLocks/>
            <a:stCxn id="631" idx="2"/>
            <a:endCxn id="644" idx="0"/>
          </p:cNvCxnSpPr>
          <p:nvPr/>
        </p:nvCxnSpPr>
        <p:spPr>
          <a:xfrm>
            <a:off x="4547194" y="20959513"/>
            <a:ext cx="2212" cy="99281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71" name="Google Shape;394;p22">
            <a:extLst>
              <a:ext uri="{FF2B5EF4-FFF2-40B4-BE49-F238E27FC236}">
                <a16:creationId xmlns:a16="http://schemas.microsoft.com/office/drawing/2014/main" id="{0DD55CF1-3F22-4AA7-9532-9C562BCDFDDC}"/>
              </a:ext>
            </a:extLst>
          </p:cNvPr>
          <p:cNvCxnSpPr>
            <a:cxnSpLocks/>
            <a:stCxn id="637" idx="2"/>
            <a:endCxn id="651" idx="0"/>
          </p:cNvCxnSpPr>
          <p:nvPr/>
        </p:nvCxnSpPr>
        <p:spPr>
          <a:xfrm>
            <a:off x="4547194" y="24993233"/>
            <a:ext cx="2212" cy="69784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9" name="Google Shape;394;p22">
            <a:extLst>
              <a:ext uri="{FF2B5EF4-FFF2-40B4-BE49-F238E27FC236}">
                <a16:creationId xmlns:a16="http://schemas.microsoft.com/office/drawing/2014/main" id="{E5DEDE8F-C582-409D-87EF-6D4F76CDEDA8}"/>
              </a:ext>
            </a:extLst>
          </p:cNvPr>
          <p:cNvCxnSpPr>
            <a:cxnSpLocks/>
            <a:stCxn id="723" idx="0"/>
            <a:endCxn id="718" idx="2"/>
          </p:cNvCxnSpPr>
          <p:nvPr/>
        </p:nvCxnSpPr>
        <p:spPr>
          <a:xfrm flipH="1" flipV="1">
            <a:off x="12340783" y="24833616"/>
            <a:ext cx="6" cy="1473654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953;p28">
            <a:extLst>
              <a:ext uri="{FF2B5EF4-FFF2-40B4-BE49-F238E27FC236}">
                <a16:creationId xmlns:a16="http://schemas.microsoft.com/office/drawing/2014/main" id="{E766A5D8-42F1-4701-BA33-CEC3FA684F75}"/>
              </a:ext>
            </a:extLst>
          </p:cNvPr>
          <p:cNvSpPr txBox="1"/>
          <p:nvPr/>
        </p:nvSpPr>
        <p:spPr>
          <a:xfrm>
            <a:off x="7117467" y="28987753"/>
            <a:ext cx="2312665" cy="33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2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0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512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rgbClr val="C55A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2000" dirty="0" err="1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r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381" name="Google Shape;953;p28">
            <a:extLst>
              <a:ext uri="{FF2B5EF4-FFF2-40B4-BE49-F238E27FC236}">
                <a16:creationId xmlns:a16="http://schemas.microsoft.com/office/drawing/2014/main" id="{CE6BE1DF-A065-44DB-B5ED-42A2A374BD0A}"/>
              </a:ext>
            </a:extLst>
          </p:cNvPr>
          <p:cNvSpPr txBox="1"/>
          <p:nvPr/>
        </p:nvSpPr>
        <p:spPr>
          <a:xfrm>
            <a:off x="7117467" y="29411613"/>
            <a:ext cx="2444702" cy="498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Stride=32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grpSp>
        <p:nvGrpSpPr>
          <p:cNvPr id="726" name="组合 725">
            <a:extLst>
              <a:ext uri="{FF2B5EF4-FFF2-40B4-BE49-F238E27FC236}">
                <a16:creationId xmlns:a16="http://schemas.microsoft.com/office/drawing/2014/main" id="{FB9D6774-9603-4252-AA1B-B279130E83B0}"/>
              </a:ext>
            </a:extLst>
          </p:cNvPr>
          <p:cNvGrpSpPr/>
          <p:nvPr/>
        </p:nvGrpSpPr>
        <p:grpSpPr>
          <a:xfrm>
            <a:off x="2223358" y="28972853"/>
            <a:ext cx="4806077" cy="728636"/>
            <a:chOff x="782716" y="4001143"/>
            <a:chExt cx="2083371" cy="240091"/>
          </a:xfrm>
          <a:solidFill>
            <a:srgbClr val="F38D9C"/>
          </a:solidFill>
        </p:grpSpPr>
        <p:sp>
          <p:nvSpPr>
            <p:cNvPr id="727" name="Google Shape;379;p22">
              <a:extLst>
                <a:ext uri="{FF2B5EF4-FFF2-40B4-BE49-F238E27FC236}">
                  <a16:creationId xmlns:a16="http://schemas.microsoft.com/office/drawing/2014/main" id="{1EA66378-F1F6-4C35-91EE-14CE0B4A9E9D}"/>
                </a:ext>
              </a:extLst>
            </p:cNvPr>
            <p:cNvSpPr/>
            <p:nvPr/>
          </p:nvSpPr>
          <p:spPr>
            <a:xfrm>
              <a:off x="782716" y="4001143"/>
              <a:ext cx="2014251" cy="234851"/>
            </a:xfrm>
            <a:prstGeom prst="roundRect">
              <a:avLst>
                <a:gd name="adj" fmla="val 15640"/>
              </a:avLst>
            </a:prstGeom>
            <a:solidFill>
              <a:srgbClr val="6DB7F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endParaRPr lang="en-US" altLang="zh-CN" sz="2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SPPF</a:t>
              </a:r>
            </a:p>
            <a:p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28" name="直接连接符 727">
              <a:extLst>
                <a:ext uri="{FF2B5EF4-FFF2-40B4-BE49-F238E27FC236}">
                  <a16:creationId xmlns:a16="http://schemas.microsoft.com/office/drawing/2014/main" id="{F2C67C8B-622E-4B60-9CEE-277A41733553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4" y="4007933"/>
              <a:ext cx="0" cy="233301"/>
            </a:xfrm>
            <a:prstGeom prst="line">
              <a:avLst/>
            </a:prstGeom>
            <a:grpFill/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29" name="文本框 728">
              <a:extLst>
                <a:ext uri="{FF2B5EF4-FFF2-40B4-BE49-F238E27FC236}">
                  <a16:creationId xmlns:a16="http://schemas.microsoft.com/office/drawing/2014/main" id="{2CA5D8A8-CD5C-4712-8DD8-231C2B593F7D}"/>
                </a:ext>
              </a:extLst>
            </p:cNvPr>
            <p:cNvSpPr txBox="1"/>
            <p:nvPr/>
          </p:nvSpPr>
          <p:spPr>
            <a:xfrm>
              <a:off x="2461698" y="4047289"/>
              <a:ext cx="404389" cy="1521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9</a:t>
              </a:r>
            </a:p>
          </p:txBody>
        </p:sp>
      </p:grpSp>
      <p:sp>
        <p:nvSpPr>
          <p:cNvPr id="486" name="Google Shape;9583;p117">
            <a:extLst>
              <a:ext uri="{FF2B5EF4-FFF2-40B4-BE49-F238E27FC236}">
                <a16:creationId xmlns:a16="http://schemas.microsoft.com/office/drawing/2014/main" id="{23F7C3A8-30BA-4FFE-8185-6A170FDFEB83}"/>
              </a:ext>
            </a:extLst>
          </p:cNvPr>
          <p:cNvSpPr/>
          <p:nvPr/>
        </p:nvSpPr>
        <p:spPr>
          <a:xfrm>
            <a:off x="17272911" y="2204581"/>
            <a:ext cx="4938658" cy="2000338"/>
          </a:xfrm>
          <a:prstGeom prst="cube">
            <a:avLst>
              <a:gd name="adj" fmla="val 78024"/>
            </a:avLst>
          </a:prstGeom>
          <a:solidFill>
            <a:schemeClr val="bg1"/>
          </a:solidFill>
          <a:ln w="28575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76" tIns="146276" rIns="146276" bIns="146276" anchor="ctr" anchorCtr="0">
            <a:noAutofit/>
          </a:bodyPr>
          <a:lstStyle/>
          <a:p>
            <a:pPr defTabSz="1463096">
              <a:buClr>
                <a:srgbClr val="000000"/>
              </a:buClr>
              <a:defRPr/>
            </a:pPr>
            <a:r>
              <a:rPr lang="en-US" sz="224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</a:t>
            </a:r>
            <a:r>
              <a:rPr lang="en-US" altLang="zh-CN" sz="2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P3</a:t>
            </a:r>
            <a:endParaRPr lang="en-US" altLang="zh-CN" sz="2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8" name="Google Shape;9583;p117">
            <a:extLst>
              <a:ext uri="{FF2B5EF4-FFF2-40B4-BE49-F238E27FC236}">
                <a16:creationId xmlns:a16="http://schemas.microsoft.com/office/drawing/2014/main" id="{ECF99590-2F8C-4941-8051-020F03A28952}"/>
              </a:ext>
            </a:extLst>
          </p:cNvPr>
          <p:cNvSpPr/>
          <p:nvPr/>
        </p:nvSpPr>
        <p:spPr>
          <a:xfrm>
            <a:off x="17272909" y="1937633"/>
            <a:ext cx="3841230" cy="1650926"/>
          </a:xfrm>
          <a:prstGeom prst="cube">
            <a:avLst>
              <a:gd name="adj" fmla="val 67946"/>
            </a:avLst>
          </a:prstGeom>
          <a:solidFill>
            <a:schemeClr val="bg1"/>
          </a:solidFill>
          <a:ln w="28575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76" tIns="146276" rIns="146276" bIns="146276" anchor="ctr" anchorCtr="0">
            <a:noAutofit/>
          </a:bodyPr>
          <a:lstStyle/>
          <a:p>
            <a:pPr defTabSz="1463096">
              <a:buClr>
                <a:srgbClr val="000000"/>
              </a:buClr>
              <a:defRPr/>
            </a:pPr>
            <a:r>
              <a:rPr lang="en-US" sz="224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       </a:t>
            </a:r>
            <a:r>
              <a:rPr lang="en-US" altLang="zh-CN" sz="2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P4</a:t>
            </a:r>
            <a:endParaRPr lang="en-US" altLang="zh-CN" sz="2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89" name="Google Shape;9583;p117">
            <a:extLst>
              <a:ext uri="{FF2B5EF4-FFF2-40B4-BE49-F238E27FC236}">
                <a16:creationId xmlns:a16="http://schemas.microsoft.com/office/drawing/2014/main" id="{2A29EA42-41BA-4A2F-B3A3-AA1C4E3D5AC8}"/>
              </a:ext>
            </a:extLst>
          </p:cNvPr>
          <p:cNvSpPr/>
          <p:nvPr/>
        </p:nvSpPr>
        <p:spPr>
          <a:xfrm>
            <a:off x="17272902" y="1670056"/>
            <a:ext cx="2474628" cy="1222880"/>
          </a:xfrm>
          <a:prstGeom prst="cube">
            <a:avLst>
              <a:gd name="adj" fmla="val 50581"/>
            </a:avLst>
          </a:prstGeom>
          <a:solidFill>
            <a:schemeClr val="bg1"/>
          </a:solidFill>
          <a:ln w="28575" cap="flat" cmpd="sng">
            <a:solidFill>
              <a:schemeClr val="accent5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46276" tIns="146276" rIns="146276" bIns="146276" anchor="ctr" anchorCtr="0">
            <a:noAutofit/>
          </a:bodyPr>
          <a:lstStyle/>
          <a:p>
            <a:pPr algn="ctr" defTabSz="1463096">
              <a:buClr>
                <a:srgbClr val="000000"/>
              </a:buClr>
              <a:defRPr/>
            </a:pPr>
            <a:r>
              <a:rPr lang="en-US" altLang="zh-CN" sz="2200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P5</a:t>
            </a:r>
          </a:p>
        </p:txBody>
      </p:sp>
      <p:grpSp>
        <p:nvGrpSpPr>
          <p:cNvPr id="497" name="组合 496">
            <a:extLst>
              <a:ext uri="{FF2B5EF4-FFF2-40B4-BE49-F238E27FC236}">
                <a16:creationId xmlns:a16="http://schemas.microsoft.com/office/drawing/2014/main" id="{C726DE2F-02CE-4EBA-9E73-F17CA0FB9DA1}"/>
              </a:ext>
            </a:extLst>
          </p:cNvPr>
          <p:cNvGrpSpPr/>
          <p:nvPr/>
        </p:nvGrpSpPr>
        <p:grpSpPr>
          <a:xfrm>
            <a:off x="699794" y="1826230"/>
            <a:ext cx="8706712" cy="5235984"/>
            <a:chOff x="335917" y="903565"/>
            <a:chExt cx="4353356" cy="2617992"/>
          </a:xfrm>
        </p:grpSpPr>
        <p:sp>
          <p:nvSpPr>
            <p:cNvPr id="498" name="平行四边形 497">
              <a:extLst>
                <a:ext uri="{FF2B5EF4-FFF2-40B4-BE49-F238E27FC236}">
                  <a16:creationId xmlns:a16="http://schemas.microsoft.com/office/drawing/2014/main" id="{CBD8A0DA-B249-430C-9B65-A73E281AA8F3}"/>
                </a:ext>
              </a:extLst>
            </p:cNvPr>
            <p:cNvSpPr/>
            <p:nvPr/>
          </p:nvSpPr>
          <p:spPr>
            <a:xfrm>
              <a:off x="335917" y="1867791"/>
              <a:ext cx="4353356" cy="1653766"/>
            </a:xfrm>
            <a:prstGeom prst="parallelogram">
              <a:avLst>
                <a:gd name="adj" fmla="val 99742"/>
              </a:avLst>
            </a:prstGeom>
            <a:blipFill dpi="0" rotWithShape="1">
              <a:blip r:embed="rId4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a:blip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91440" rIns="182880" bIns="9144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2000"/>
            </a:p>
          </p:txBody>
        </p:sp>
        <p:sp>
          <p:nvSpPr>
            <p:cNvPr id="499" name="Google Shape;9583;p117">
              <a:extLst>
                <a:ext uri="{FF2B5EF4-FFF2-40B4-BE49-F238E27FC236}">
                  <a16:creationId xmlns:a16="http://schemas.microsoft.com/office/drawing/2014/main" id="{DC6026CF-5637-473B-9C9F-5999B6FA4403}"/>
                </a:ext>
              </a:extLst>
            </p:cNvPr>
            <p:cNvSpPr/>
            <p:nvPr/>
          </p:nvSpPr>
          <p:spPr>
            <a:xfrm>
              <a:off x="602040" y="1796890"/>
              <a:ext cx="3466322" cy="1428190"/>
            </a:xfrm>
            <a:prstGeom prst="cube">
              <a:avLst>
                <a:gd name="adj" fmla="val 87487"/>
              </a:avLst>
            </a:prstGeom>
            <a:solidFill>
              <a:schemeClr val="bg1"/>
            </a:solidFill>
            <a:ln w="2857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276" tIns="146276" rIns="146276" bIns="146276" anchor="ctr" anchorCtr="0">
              <a:noAutofit/>
            </a:bodyPr>
            <a:lstStyle/>
            <a:p>
              <a:pPr algn="ctr" defTabSz="1463096">
                <a:buClr>
                  <a:srgbClr val="000000"/>
                </a:buClr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        P1</a:t>
              </a:r>
              <a:endParaRPr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0" name="Google Shape;9583;p117">
              <a:extLst>
                <a:ext uri="{FF2B5EF4-FFF2-40B4-BE49-F238E27FC236}">
                  <a16:creationId xmlns:a16="http://schemas.microsoft.com/office/drawing/2014/main" id="{99228EFC-6807-45B4-990E-FD06A6409586}"/>
                </a:ext>
              </a:extLst>
            </p:cNvPr>
            <p:cNvSpPr/>
            <p:nvPr/>
          </p:nvSpPr>
          <p:spPr>
            <a:xfrm>
              <a:off x="799341" y="1583860"/>
              <a:ext cx="2946669" cy="1257166"/>
            </a:xfrm>
            <a:prstGeom prst="cube">
              <a:avLst>
                <a:gd name="adj" fmla="val 84305"/>
              </a:avLst>
            </a:prstGeom>
            <a:solidFill>
              <a:schemeClr val="bg1"/>
            </a:solidFill>
            <a:ln w="2857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276" tIns="146276" rIns="146276" bIns="146276" anchor="ctr" anchorCtr="0">
              <a:noAutofit/>
            </a:bodyPr>
            <a:lstStyle/>
            <a:p>
              <a:pPr algn="ctr" defTabSz="1463096">
                <a:buClr>
                  <a:srgbClr val="000000"/>
                </a:buClr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      P2</a:t>
              </a:r>
              <a:endParaRPr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1" name="Google Shape;9583;p117">
              <a:extLst>
                <a:ext uri="{FF2B5EF4-FFF2-40B4-BE49-F238E27FC236}">
                  <a16:creationId xmlns:a16="http://schemas.microsoft.com/office/drawing/2014/main" id="{819DA817-B120-40F2-887A-11BE6F0297C8}"/>
                </a:ext>
              </a:extLst>
            </p:cNvPr>
            <p:cNvSpPr/>
            <p:nvPr/>
          </p:nvSpPr>
          <p:spPr>
            <a:xfrm>
              <a:off x="987101" y="1437565"/>
              <a:ext cx="2469329" cy="1000169"/>
            </a:xfrm>
            <a:prstGeom prst="cube">
              <a:avLst>
                <a:gd name="adj" fmla="val 78024"/>
              </a:avLst>
            </a:prstGeom>
            <a:solidFill>
              <a:schemeClr val="bg1"/>
            </a:solidFill>
            <a:ln w="2857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276" tIns="146276" rIns="146276" bIns="146276" anchor="ctr" anchorCtr="0">
              <a:noAutofit/>
            </a:bodyPr>
            <a:lstStyle/>
            <a:p>
              <a:pPr algn="ctr" defTabSz="1463096">
                <a:buClr>
                  <a:srgbClr val="000000"/>
                </a:buClr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P3</a:t>
              </a:r>
            </a:p>
          </p:txBody>
        </p:sp>
        <p:sp>
          <p:nvSpPr>
            <p:cNvPr id="502" name="Google Shape;9583;p117">
              <a:extLst>
                <a:ext uri="{FF2B5EF4-FFF2-40B4-BE49-F238E27FC236}">
                  <a16:creationId xmlns:a16="http://schemas.microsoft.com/office/drawing/2014/main" id="{93600ACA-91F9-4723-803B-13A070FC337D}"/>
                </a:ext>
              </a:extLst>
            </p:cNvPr>
            <p:cNvSpPr/>
            <p:nvPr/>
          </p:nvSpPr>
          <p:spPr>
            <a:xfrm>
              <a:off x="1172144" y="1198001"/>
              <a:ext cx="1920615" cy="825463"/>
            </a:xfrm>
            <a:prstGeom prst="cube">
              <a:avLst>
                <a:gd name="adj" fmla="val 67946"/>
              </a:avLst>
            </a:prstGeom>
            <a:solidFill>
              <a:schemeClr val="bg1"/>
            </a:solidFill>
            <a:ln w="2857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276" tIns="146276" rIns="146276" bIns="146276" anchor="ctr" anchorCtr="0">
              <a:noAutofit/>
            </a:bodyPr>
            <a:lstStyle/>
            <a:p>
              <a:pPr algn="ctr" defTabSz="1463096">
                <a:buClr>
                  <a:srgbClr val="000000"/>
                </a:buClr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P4</a:t>
              </a:r>
              <a:endParaRPr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3" name="Google Shape;9583;p117">
              <a:extLst>
                <a:ext uri="{FF2B5EF4-FFF2-40B4-BE49-F238E27FC236}">
                  <a16:creationId xmlns:a16="http://schemas.microsoft.com/office/drawing/2014/main" id="{54B27034-087D-4297-9CC4-5DC6C3D00835}"/>
                </a:ext>
              </a:extLst>
            </p:cNvPr>
            <p:cNvSpPr/>
            <p:nvPr/>
          </p:nvSpPr>
          <p:spPr>
            <a:xfrm>
              <a:off x="1376237" y="903565"/>
              <a:ext cx="1265572" cy="655221"/>
            </a:xfrm>
            <a:prstGeom prst="cube">
              <a:avLst>
                <a:gd name="adj" fmla="val 50581"/>
              </a:avLst>
            </a:prstGeom>
            <a:solidFill>
              <a:schemeClr val="bg1"/>
            </a:solidFill>
            <a:ln w="28575" cap="flat" cmpd="sng">
              <a:solidFill>
                <a:schemeClr val="accent5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46276" tIns="146276" rIns="146276" bIns="146276" anchor="ctr" anchorCtr="0">
              <a:noAutofit/>
            </a:bodyPr>
            <a:lstStyle/>
            <a:p>
              <a:pPr algn="ctr" defTabSz="1463096">
                <a:buClr>
                  <a:srgbClr val="000000"/>
                </a:buClr>
                <a:defRPr/>
              </a:pPr>
              <a:r>
                <a:rPr lang="en-US" altLang="zh-CN" sz="2000" kern="0" dirty="0">
                  <a:solidFill>
                    <a:srgbClr val="000000"/>
                  </a:solidFill>
                  <a:latin typeface="Arial"/>
                  <a:cs typeface="Arial"/>
                  <a:sym typeface="Arial"/>
                </a:rPr>
                <a:t>P5</a:t>
              </a:r>
              <a:endParaRPr sz="2000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cxnSp>
          <p:nvCxnSpPr>
            <p:cNvPr id="504" name="Google Shape;394;p22">
              <a:extLst>
                <a:ext uri="{FF2B5EF4-FFF2-40B4-BE49-F238E27FC236}">
                  <a16:creationId xmlns:a16="http://schemas.microsoft.com/office/drawing/2014/main" id="{C4ABA7D4-E0C4-4E3F-92A1-5A845167FA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2357" y="2855315"/>
              <a:ext cx="0" cy="166586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5" name="Google Shape;394;p22">
              <a:extLst>
                <a:ext uri="{FF2B5EF4-FFF2-40B4-BE49-F238E27FC236}">
                  <a16:creationId xmlns:a16="http://schemas.microsoft.com/office/drawing/2014/main" id="{4A201E4C-B7FA-4B41-8397-16D2BBB212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2357" y="2452630"/>
              <a:ext cx="0" cy="166586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6" name="Google Shape;394;p22">
              <a:extLst>
                <a:ext uri="{FF2B5EF4-FFF2-40B4-BE49-F238E27FC236}">
                  <a16:creationId xmlns:a16="http://schemas.microsoft.com/office/drawing/2014/main" id="{A45D2EBD-D420-49F3-A14F-1AFAEFFE00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2357" y="2037257"/>
              <a:ext cx="0" cy="166586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7" name="Google Shape;394;p22">
              <a:extLst>
                <a:ext uri="{FF2B5EF4-FFF2-40B4-BE49-F238E27FC236}">
                  <a16:creationId xmlns:a16="http://schemas.microsoft.com/office/drawing/2014/main" id="{FD880682-EA10-41D0-B609-B4A78A8F4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2357" y="1575813"/>
              <a:ext cx="0" cy="166586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8" name="Google Shape;394;p22">
              <a:extLst>
                <a:ext uri="{FF2B5EF4-FFF2-40B4-BE49-F238E27FC236}">
                  <a16:creationId xmlns:a16="http://schemas.microsoft.com/office/drawing/2014/main" id="{2D4E5ABE-3829-41E0-92F7-A2C5E8CC4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2357" y="3252190"/>
              <a:ext cx="0" cy="166586"/>
            </a:xfrm>
            <a:prstGeom prst="straightConnector1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9" name="Google Shape;379;p22">
              <a:extLst>
                <a:ext uri="{FF2B5EF4-FFF2-40B4-BE49-F238E27FC236}">
                  <a16:creationId xmlns:a16="http://schemas.microsoft.com/office/drawing/2014/main" id="{15F8EBC6-4D25-4D82-9A38-A5F353EFEBA5}"/>
                </a:ext>
              </a:extLst>
            </p:cNvPr>
            <p:cNvSpPr/>
            <p:nvPr/>
          </p:nvSpPr>
          <p:spPr>
            <a:xfrm>
              <a:off x="1743871" y="2925629"/>
              <a:ext cx="196971" cy="45719"/>
            </a:xfrm>
            <a:prstGeom prst="roundRect">
              <a:avLst>
                <a:gd name="adj" fmla="val 15640"/>
              </a:avLst>
            </a:prstGeom>
            <a:gradFill>
              <a:gsLst>
                <a:gs pos="0">
                  <a:srgbClr val="8CA7AD"/>
                </a:gs>
                <a:gs pos="100000">
                  <a:srgbClr val="3FAFEA"/>
                </a:gs>
              </a:gsLst>
              <a:lin ang="0" scaled="0"/>
            </a:gra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0" name="Google Shape;379;p22">
              <a:extLst>
                <a:ext uri="{FF2B5EF4-FFF2-40B4-BE49-F238E27FC236}">
                  <a16:creationId xmlns:a16="http://schemas.microsoft.com/office/drawing/2014/main" id="{F51A2BEB-A99E-4C64-9ADB-0CE8E1ED3D8D}"/>
                </a:ext>
              </a:extLst>
            </p:cNvPr>
            <p:cNvSpPr/>
            <p:nvPr/>
          </p:nvSpPr>
          <p:spPr>
            <a:xfrm>
              <a:off x="1743871" y="2523036"/>
              <a:ext cx="196964" cy="45719"/>
            </a:xfrm>
            <a:prstGeom prst="roundRect">
              <a:avLst>
                <a:gd name="adj" fmla="val 15640"/>
              </a:avLst>
            </a:prstGeom>
            <a:gradFill>
              <a:gsLst>
                <a:gs pos="0">
                  <a:srgbClr val="8CA7AD"/>
                </a:gs>
                <a:gs pos="100000">
                  <a:srgbClr val="3FAFEA"/>
                </a:gs>
              </a:gsLst>
              <a:lin ang="0" scaled="0"/>
            </a:gra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1" name="Google Shape;379;p22">
              <a:extLst>
                <a:ext uri="{FF2B5EF4-FFF2-40B4-BE49-F238E27FC236}">
                  <a16:creationId xmlns:a16="http://schemas.microsoft.com/office/drawing/2014/main" id="{A341149C-B416-4CF8-A405-9018E1AC7D9E}"/>
                </a:ext>
              </a:extLst>
            </p:cNvPr>
            <p:cNvSpPr/>
            <p:nvPr/>
          </p:nvSpPr>
          <p:spPr>
            <a:xfrm>
              <a:off x="1743871" y="2101962"/>
              <a:ext cx="196961" cy="45719"/>
            </a:xfrm>
            <a:prstGeom prst="roundRect">
              <a:avLst>
                <a:gd name="adj" fmla="val 15640"/>
              </a:avLst>
            </a:prstGeom>
            <a:gradFill>
              <a:gsLst>
                <a:gs pos="0">
                  <a:srgbClr val="8CA7AD"/>
                </a:gs>
                <a:gs pos="100000">
                  <a:srgbClr val="3FAFEA"/>
                </a:gs>
              </a:gsLst>
              <a:lin ang="0" scaled="0"/>
            </a:gra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2" name="Google Shape;379;p22">
              <a:extLst>
                <a:ext uri="{FF2B5EF4-FFF2-40B4-BE49-F238E27FC236}">
                  <a16:creationId xmlns:a16="http://schemas.microsoft.com/office/drawing/2014/main" id="{83AB831A-45BE-43FF-9F86-21BB74441E35}"/>
                </a:ext>
              </a:extLst>
            </p:cNvPr>
            <p:cNvSpPr/>
            <p:nvPr/>
          </p:nvSpPr>
          <p:spPr>
            <a:xfrm>
              <a:off x="1743872" y="1649286"/>
              <a:ext cx="196950" cy="45719"/>
            </a:xfrm>
            <a:prstGeom prst="roundRect">
              <a:avLst>
                <a:gd name="adj" fmla="val 15640"/>
              </a:avLst>
            </a:prstGeom>
            <a:gradFill>
              <a:gsLst>
                <a:gs pos="0">
                  <a:srgbClr val="8CA7AD"/>
                </a:gs>
                <a:gs pos="100000">
                  <a:srgbClr val="3FAFEA"/>
                </a:gs>
              </a:gsLst>
              <a:lin ang="0" scaled="0"/>
            </a:gradFill>
            <a:ln w="9525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513" name="Google Shape;394;p22">
            <a:extLst>
              <a:ext uri="{FF2B5EF4-FFF2-40B4-BE49-F238E27FC236}">
                <a16:creationId xmlns:a16="http://schemas.microsoft.com/office/drawing/2014/main" id="{B7701460-A2BF-47EA-880E-B57101F29CAA}"/>
              </a:ext>
            </a:extLst>
          </p:cNvPr>
          <p:cNvCxnSpPr>
            <a:cxnSpLocks/>
            <a:endCxn id="489" idx="2"/>
          </p:cNvCxnSpPr>
          <p:nvPr/>
        </p:nvCxnSpPr>
        <p:spPr>
          <a:xfrm>
            <a:off x="4968626" y="2590254"/>
            <a:ext cx="12304276" cy="512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4" name="Google Shape;394;p22">
            <a:extLst>
              <a:ext uri="{FF2B5EF4-FFF2-40B4-BE49-F238E27FC236}">
                <a16:creationId xmlns:a16="http://schemas.microsoft.com/office/drawing/2014/main" id="{034AC633-4984-42EC-B75D-AF753C0211A3}"/>
              </a:ext>
            </a:extLst>
          </p:cNvPr>
          <p:cNvCxnSpPr>
            <a:cxnSpLocks/>
            <a:endCxn id="488" idx="2"/>
          </p:cNvCxnSpPr>
          <p:nvPr/>
        </p:nvCxnSpPr>
        <p:spPr>
          <a:xfrm flipV="1">
            <a:off x="5605807" y="3323958"/>
            <a:ext cx="11667102" cy="2731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15" name="Google Shape;394;p22">
            <a:extLst>
              <a:ext uri="{FF2B5EF4-FFF2-40B4-BE49-F238E27FC236}">
                <a16:creationId xmlns:a16="http://schemas.microsoft.com/office/drawing/2014/main" id="{0D025B54-3F84-4B9E-9C31-3E52471F0BDE}"/>
              </a:ext>
            </a:extLst>
          </p:cNvPr>
          <p:cNvCxnSpPr>
            <a:cxnSpLocks/>
          </p:cNvCxnSpPr>
          <p:nvPr/>
        </p:nvCxnSpPr>
        <p:spPr>
          <a:xfrm flipV="1">
            <a:off x="5987298" y="4048617"/>
            <a:ext cx="11285608" cy="38026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18" name="Google Shape;379;p22">
            <a:extLst>
              <a:ext uri="{FF2B5EF4-FFF2-40B4-BE49-F238E27FC236}">
                <a16:creationId xmlns:a16="http://schemas.microsoft.com/office/drawing/2014/main" id="{CCC175FA-8D3F-4566-8974-AB2F8C4EDC3D}"/>
              </a:ext>
            </a:extLst>
          </p:cNvPr>
          <p:cNvSpPr/>
          <p:nvPr/>
        </p:nvSpPr>
        <p:spPr>
          <a:xfrm>
            <a:off x="10257026" y="3180806"/>
            <a:ext cx="402063" cy="300760"/>
          </a:xfrm>
          <a:prstGeom prst="roundRect">
            <a:avLst>
              <a:gd name="adj" fmla="val 15640"/>
            </a:avLst>
          </a:prstGeom>
          <a:solidFill>
            <a:srgbClr val="FFD03B"/>
          </a:solidFill>
          <a:ln w="19050" cap="flat" cmpd="sng">
            <a:solidFill>
              <a:srgbClr val="505F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22" name="组合 521">
            <a:extLst>
              <a:ext uri="{FF2B5EF4-FFF2-40B4-BE49-F238E27FC236}">
                <a16:creationId xmlns:a16="http://schemas.microsoft.com/office/drawing/2014/main" id="{6B84DFC4-B001-4560-B518-E5D27359BDD5}"/>
              </a:ext>
            </a:extLst>
          </p:cNvPr>
          <p:cNvGrpSpPr/>
          <p:nvPr/>
        </p:nvGrpSpPr>
        <p:grpSpPr>
          <a:xfrm>
            <a:off x="19433560" y="2084548"/>
            <a:ext cx="5953960" cy="522832"/>
            <a:chOff x="8727548" y="503600"/>
            <a:chExt cx="3635553" cy="261416"/>
          </a:xfrm>
        </p:grpSpPr>
        <p:sp>
          <p:nvSpPr>
            <p:cNvPr id="523" name="Google Shape;379;p22">
              <a:extLst>
                <a:ext uri="{FF2B5EF4-FFF2-40B4-BE49-F238E27FC236}">
                  <a16:creationId xmlns:a16="http://schemas.microsoft.com/office/drawing/2014/main" id="{A266870D-F72B-4F3D-B43A-083759833DC1}"/>
                </a:ext>
              </a:extLst>
            </p:cNvPr>
            <p:cNvSpPr/>
            <p:nvPr/>
          </p:nvSpPr>
          <p:spPr>
            <a:xfrm>
              <a:off x="10759151" y="503600"/>
              <a:ext cx="1603950" cy="261416"/>
            </a:xfrm>
            <a:prstGeom prst="roundRect">
              <a:avLst>
                <a:gd name="adj" fmla="val 9569"/>
              </a:avLst>
            </a:pr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rgbClr val="FFDA72"/>
                </a:gs>
              </a:gsLst>
              <a:lin ang="2700000" scaled="1"/>
            </a:gra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</a:t>
              </a:r>
              <a:endParaRPr lang="en-US" altLang="zh-CN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24" name="Google Shape;394;p22">
              <a:extLst>
                <a:ext uri="{FF2B5EF4-FFF2-40B4-BE49-F238E27FC236}">
                  <a16:creationId xmlns:a16="http://schemas.microsoft.com/office/drawing/2014/main" id="{EEF65479-03E2-4988-9DBB-743A86B33F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7548" y="634308"/>
              <a:ext cx="2023216" cy="6441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25" name="组合 524">
            <a:extLst>
              <a:ext uri="{FF2B5EF4-FFF2-40B4-BE49-F238E27FC236}">
                <a16:creationId xmlns:a16="http://schemas.microsoft.com/office/drawing/2014/main" id="{D3F5760F-53FE-4148-B0ED-F6B941EB4111}"/>
              </a:ext>
            </a:extLst>
          </p:cNvPr>
          <p:cNvGrpSpPr/>
          <p:nvPr/>
        </p:nvGrpSpPr>
        <p:grpSpPr>
          <a:xfrm>
            <a:off x="20463960" y="2654324"/>
            <a:ext cx="4928368" cy="522832"/>
            <a:chOff x="8908148" y="417267"/>
            <a:chExt cx="3039604" cy="261416"/>
          </a:xfrm>
        </p:grpSpPr>
        <p:sp>
          <p:nvSpPr>
            <p:cNvPr id="526" name="Google Shape;379;p22">
              <a:extLst>
                <a:ext uri="{FF2B5EF4-FFF2-40B4-BE49-F238E27FC236}">
                  <a16:creationId xmlns:a16="http://schemas.microsoft.com/office/drawing/2014/main" id="{B286F4DE-4045-4640-BE26-128DBFE104E3}"/>
                </a:ext>
              </a:extLst>
            </p:cNvPr>
            <p:cNvSpPr/>
            <p:nvPr/>
          </p:nvSpPr>
          <p:spPr>
            <a:xfrm>
              <a:off x="10324695" y="417267"/>
              <a:ext cx="1623057" cy="261416"/>
            </a:xfrm>
            <a:prstGeom prst="roundRect">
              <a:avLst>
                <a:gd name="adj" fmla="val 9569"/>
              </a:avLst>
            </a:pr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rgbClr val="FFDA72"/>
                </a:gs>
              </a:gsLst>
              <a:lin ang="2700000" scaled="1"/>
            </a:gra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</a:t>
              </a:r>
              <a:endParaRPr lang="en-US" altLang="zh-CN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27" name="Google Shape;394;p22">
              <a:extLst>
                <a:ext uri="{FF2B5EF4-FFF2-40B4-BE49-F238E27FC236}">
                  <a16:creationId xmlns:a16="http://schemas.microsoft.com/office/drawing/2014/main" id="{A90E7465-00A9-4614-84EF-FB02E8D5FFAC}"/>
                </a:ext>
              </a:extLst>
            </p:cNvPr>
            <p:cNvCxnSpPr>
              <a:cxnSpLocks/>
              <a:endCxn id="526" idx="1"/>
            </p:cNvCxnSpPr>
            <p:nvPr/>
          </p:nvCxnSpPr>
          <p:spPr>
            <a:xfrm flipV="1">
              <a:off x="8908148" y="547975"/>
              <a:ext cx="1416547" cy="5524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528" name="组合 527">
            <a:extLst>
              <a:ext uri="{FF2B5EF4-FFF2-40B4-BE49-F238E27FC236}">
                <a16:creationId xmlns:a16="http://schemas.microsoft.com/office/drawing/2014/main" id="{60FBF35E-5001-492E-AACC-A87340393067}"/>
              </a:ext>
            </a:extLst>
          </p:cNvPr>
          <p:cNvGrpSpPr/>
          <p:nvPr/>
        </p:nvGrpSpPr>
        <p:grpSpPr>
          <a:xfrm>
            <a:off x="21113485" y="3225086"/>
            <a:ext cx="4288782" cy="522832"/>
            <a:chOff x="9211101" y="417267"/>
            <a:chExt cx="2751164" cy="261416"/>
          </a:xfrm>
        </p:grpSpPr>
        <p:sp>
          <p:nvSpPr>
            <p:cNvPr id="529" name="Google Shape;379;p22">
              <a:extLst>
                <a:ext uri="{FF2B5EF4-FFF2-40B4-BE49-F238E27FC236}">
                  <a16:creationId xmlns:a16="http://schemas.microsoft.com/office/drawing/2014/main" id="{A82D4FD2-FDFC-4C06-B583-EEFE6CEEC74D}"/>
                </a:ext>
              </a:extLst>
            </p:cNvPr>
            <p:cNvSpPr/>
            <p:nvPr/>
          </p:nvSpPr>
          <p:spPr>
            <a:xfrm>
              <a:off x="10267776" y="417267"/>
              <a:ext cx="1694489" cy="261416"/>
            </a:xfrm>
            <a:prstGeom prst="roundRect">
              <a:avLst>
                <a:gd name="adj" fmla="val 9569"/>
              </a:avLst>
            </a:prstGeom>
            <a:gradFill>
              <a:gsLst>
                <a:gs pos="0">
                  <a:schemeClr val="accent6">
                    <a:lumMod val="60000"/>
                    <a:lumOff val="40000"/>
                  </a:schemeClr>
                </a:gs>
                <a:gs pos="100000">
                  <a:srgbClr val="FFDA72"/>
                </a:gs>
              </a:gsLst>
              <a:lin ang="2700000" scaled="1"/>
            </a:gra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Detect</a:t>
              </a:r>
              <a:endParaRPr lang="en-US" altLang="zh-CN" sz="18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30" name="Google Shape;394;p22">
              <a:extLst>
                <a:ext uri="{FF2B5EF4-FFF2-40B4-BE49-F238E27FC236}">
                  <a16:creationId xmlns:a16="http://schemas.microsoft.com/office/drawing/2014/main" id="{C19DD618-70C3-4F58-AC91-88D60AD359E6}"/>
                </a:ext>
              </a:extLst>
            </p:cNvPr>
            <p:cNvCxnSpPr>
              <a:cxnSpLocks/>
            </p:cNvCxnSpPr>
            <p:nvPr/>
          </p:nvCxnSpPr>
          <p:spPr>
            <a:xfrm>
              <a:off x="9211101" y="547975"/>
              <a:ext cx="1041454" cy="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422" name="直接连接符 421">
            <a:extLst>
              <a:ext uri="{FF2B5EF4-FFF2-40B4-BE49-F238E27FC236}">
                <a16:creationId xmlns:a16="http://schemas.microsoft.com/office/drawing/2014/main" id="{62F76B02-54BF-41D7-B4CB-EE445D735264}"/>
              </a:ext>
            </a:extLst>
          </p:cNvPr>
          <p:cNvCxnSpPr>
            <a:cxnSpLocks/>
          </p:cNvCxnSpPr>
          <p:nvPr/>
        </p:nvCxnSpPr>
        <p:spPr>
          <a:xfrm>
            <a:off x="25396263" y="18337585"/>
            <a:ext cx="52378" cy="13976253"/>
          </a:xfrm>
          <a:prstGeom prst="line">
            <a:avLst/>
          </a:prstGeom>
          <a:ln w="38100" cap="flat" cmpd="sng" algn="ctr">
            <a:solidFill>
              <a:srgbClr val="DFDFDF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C3DB160-60CF-4E8F-B1ED-F8E6F5B5A6FE}"/>
              </a:ext>
            </a:extLst>
          </p:cNvPr>
          <p:cNvCxnSpPr>
            <a:cxnSpLocks/>
          </p:cNvCxnSpPr>
          <p:nvPr/>
        </p:nvCxnSpPr>
        <p:spPr>
          <a:xfrm>
            <a:off x="25855513" y="2913118"/>
            <a:ext cx="364204" cy="0"/>
          </a:xfrm>
          <a:prstGeom prst="line">
            <a:avLst/>
          </a:prstGeom>
          <a:ln w="19050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Google Shape;379;p22">
            <a:extLst>
              <a:ext uri="{FF2B5EF4-FFF2-40B4-BE49-F238E27FC236}">
                <a16:creationId xmlns:a16="http://schemas.microsoft.com/office/drawing/2014/main" id="{84157133-76F7-4A33-AFB0-1E14903527A9}"/>
              </a:ext>
            </a:extLst>
          </p:cNvPr>
          <p:cNvSpPr/>
          <p:nvPr/>
        </p:nvSpPr>
        <p:spPr>
          <a:xfrm>
            <a:off x="3500403" y="6658784"/>
            <a:ext cx="393942" cy="91438"/>
          </a:xfrm>
          <a:prstGeom prst="roundRect">
            <a:avLst>
              <a:gd name="adj" fmla="val 15640"/>
            </a:avLst>
          </a:prstGeom>
          <a:gradFill>
            <a:gsLst>
              <a:gs pos="0">
                <a:srgbClr val="8CA7AD"/>
              </a:gs>
              <a:gs pos="100000">
                <a:srgbClr val="3FAFEA"/>
              </a:gs>
            </a:gsLst>
            <a:lin ang="0" scaled="0"/>
          </a:gra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endParaRPr lang="en-US" altLang="zh-CN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1" name="Google Shape;379;p22">
            <a:extLst>
              <a:ext uri="{FF2B5EF4-FFF2-40B4-BE49-F238E27FC236}">
                <a16:creationId xmlns:a16="http://schemas.microsoft.com/office/drawing/2014/main" id="{02D812AB-AFA6-45BB-B418-701D97D09ACC}"/>
              </a:ext>
            </a:extLst>
          </p:cNvPr>
          <p:cNvSpPr/>
          <p:nvPr/>
        </p:nvSpPr>
        <p:spPr>
          <a:xfrm>
            <a:off x="26336937" y="24615812"/>
            <a:ext cx="4207040" cy="1023700"/>
          </a:xfrm>
          <a:prstGeom prst="roundRect">
            <a:avLst>
              <a:gd name="adj" fmla="val 15640"/>
            </a:avLst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rgbClr val="FFD96E"/>
              </a:gs>
            </a:gsLst>
            <a:lin ang="2700000" scaled="1"/>
            <a:tileRect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Detect</a:t>
            </a:r>
            <a:endParaRPr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6" name="Google Shape;379;p22">
            <a:extLst>
              <a:ext uri="{FF2B5EF4-FFF2-40B4-BE49-F238E27FC236}">
                <a16:creationId xmlns:a16="http://schemas.microsoft.com/office/drawing/2014/main" id="{925E0DEE-EABE-42D7-A92B-D509C0E875E6}"/>
              </a:ext>
            </a:extLst>
          </p:cNvPr>
          <p:cNvSpPr/>
          <p:nvPr/>
        </p:nvSpPr>
        <p:spPr>
          <a:xfrm>
            <a:off x="17942510" y="15171440"/>
            <a:ext cx="12601473" cy="2938700"/>
          </a:xfrm>
          <a:prstGeom prst="roundRect">
            <a:avLst>
              <a:gd name="adj" fmla="val 5344"/>
            </a:avLst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2700000" scaled="1"/>
            <a:tileRect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endParaRPr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9" name="Google Shape;953;p28">
            <a:extLst>
              <a:ext uri="{FF2B5EF4-FFF2-40B4-BE49-F238E27FC236}">
                <a16:creationId xmlns:a16="http://schemas.microsoft.com/office/drawing/2014/main" id="{7F50AD6D-8B25-48E2-972E-FEF08D89665D}"/>
              </a:ext>
            </a:extLst>
          </p:cNvPr>
          <p:cNvSpPr txBox="1"/>
          <p:nvPr/>
        </p:nvSpPr>
        <p:spPr>
          <a:xfrm>
            <a:off x="28540869" y="111915"/>
            <a:ext cx="2418556" cy="669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sz="4000" dirty="0">
                <a:solidFill>
                  <a:srgbClr val="2597FF"/>
                </a:solidFill>
                <a:latin typeface="得意黑" pitchFamily="2" charset="-122"/>
                <a:ea typeface="得意黑" pitchFamily="2" charset="-122"/>
                <a:cs typeface="Consolas"/>
                <a:sym typeface="Consolas"/>
              </a:rPr>
              <a:t>  </a:t>
            </a:r>
            <a:endParaRPr lang="en-US" sz="4000" dirty="0">
              <a:solidFill>
                <a:srgbClr val="2597FF"/>
              </a:solidFill>
              <a:latin typeface="得意黑" pitchFamily="2" charset="-122"/>
              <a:ea typeface="得意黑" pitchFamily="2" charset="-122"/>
              <a:cs typeface="Consolas"/>
              <a:sym typeface="Consolas"/>
            </a:endParaRPr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665747F0-7EFC-4223-A0EA-EC3465FAA6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394153"/>
              </p:ext>
            </p:extLst>
          </p:nvPr>
        </p:nvGraphicFramePr>
        <p:xfrm>
          <a:off x="17921636" y="5733556"/>
          <a:ext cx="12646052" cy="21945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213437">
                  <a:extLst>
                    <a:ext uri="{9D8B030D-6E8A-4147-A177-3AD203B41FA5}">
                      <a16:colId xmlns:a16="http://schemas.microsoft.com/office/drawing/2014/main" val="4021953289"/>
                    </a:ext>
                  </a:extLst>
                </a:gridCol>
                <a:gridCol w="4957349">
                  <a:extLst>
                    <a:ext uri="{9D8B030D-6E8A-4147-A177-3AD203B41FA5}">
                      <a16:colId xmlns:a16="http://schemas.microsoft.com/office/drawing/2014/main" val="1145807724"/>
                    </a:ext>
                  </a:extLst>
                </a:gridCol>
                <a:gridCol w="4480300">
                  <a:extLst>
                    <a:ext uri="{9D8B030D-6E8A-4147-A177-3AD203B41FA5}">
                      <a16:colId xmlns:a16="http://schemas.microsoft.com/office/drawing/2014/main" val="3670274475"/>
                    </a:ext>
                  </a:extLst>
                </a:gridCol>
                <a:gridCol w="1994966">
                  <a:extLst>
                    <a:ext uri="{9D8B030D-6E8A-4147-A177-3AD203B41FA5}">
                      <a16:colId xmlns:a16="http://schemas.microsoft.com/office/drawing/2014/main" val="588040212"/>
                    </a:ext>
                  </a:extLst>
                </a:gridCol>
              </a:tblGrid>
              <a:tr h="358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model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19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0070C0"/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d </a:t>
                      </a:r>
                      <a:r>
                        <a:rPr lang="en-US" altLang="zh-CN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  <a:cs typeface="+mn-cs"/>
                        </a:rPr>
                        <a:t>(</a:t>
                      </a:r>
                      <a:r>
                        <a:rPr lang="en-US" altLang="zh-CN" sz="18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  <a:cs typeface="+mn-cs"/>
                        </a:rPr>
                        <a:t>depth_multiple</a:t>
                      </a:r>
                      <a:r>
                        <a:rPr lang="en-US" altLang="zh-CN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  <a:cs typeface="+mn-cs"/>
                        </a:rPr>
                        <a:t>)</a:t>
                      </a:r>
                      <a:endParaRPr lang="zh-CN" altLang="en-US" sz="1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34199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kern="1200" dirty="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w </a:t>
                      </a:r>
                      <a:r>
                        <a:rPr lang="en-US" altLang="zh-CN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(</a:t>
                      </a:r>
                      <a:r>
                        <a:rPr lang="en-US" altLang="zh-CN" sz="1800" b="1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width_multiple</a:t>
                      </a:r>
                      <a:r>
                        <a:rPr lang="en-US" altLang="zh-CN" sz="1800" b="1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)</a:t>
                      </a:r>
                      <a:endParaRPr lang="en-US" altLang="zh-CN" sz="1800" b="1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r </a:t>
                      </a:r>
                      <a:r>
                        <a:rPr lang="en-US" altLang="zh-CN" sz="1800" b="1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(ratio)</a:t>
                      </a:r>
                      <a:endParaRPr lang="zh-CN" altLang="en-US" sz="18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734170"/>
                  </a:ext>
                </a:extLst>
              </a:tr>
              <a:tr h="358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n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0.33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0.25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2.0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414476"/>
                  </a:ext>
                </a:extLst>
              </a:tr>
              <a:tr h="358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s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0.33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0.50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2.0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5841592"/>
                  </a:ext>
                </a:extLst>
              </a:tr>
              <a:tr h="358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m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0.67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0.75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1.5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1003347"/>
                  </a:ext>
                </a:extLst>
              </a:tr>
              <a:tr h="358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l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1.00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1.00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1.0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5911044"/>
                  </a:ext>
                </a:extLst>
              </a:tr>
              <a:tr h="35842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x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1.00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1.25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Noto Sans S Chinese Regular" panose="020B0500000000000000" pitchFamily="34" charset="-122"/>
                          <a:ea typeface="Noto Sans S Chinese Regular" panose="020B0500000000000000" pitchFamily="34" charset="-122"/>
                        </a:rPr>
                        <a:t>1.0</a:t>
                      </a:r>
                      <a:endParaRPr lang="zh-CN" altLang="en-US" sz="18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Noto Sans S Chinese Regular" panose="020B0500000000000000" pitchFamily="34" charset="-122"/>
                        <a:ea typeface="Noto Sans S Chinese Regular" panose="020B0500000000000000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774285"/>
                  </a:ext>
                </a:extLst>
              </a:tr>
            </a:tbl>
          </a:graphicData>
        </a:graphic>
      </p:graphicFrame>
      <p:sp>
        <p:nvSpPr>
          <p:cNvPr id="407" name="Google Shape;379;p22">
            <a:extLst>
              <a:ext uri="{FF2B5EF4-FFF2-40B4-BE49-F238E27FC236}">
                <a16:creationId xmlns:a16="http://schemas.microsoft.com/office/drawing/2014/main" id="{64B536AD-6BC3-41BA-B7E3-BE1DD36DC3BF}"/>
              </a:ext>
            </a:extLst>
          </p:cNvPr>
          <p:cNvSpPr/>
          <p:nvPr/>
        </p:nvSpPr>
        <p:spPr>
          <a:xfrm>
            <a:off x="22064025" y="15929936"/>
            <a:ext cx="2977224" cy="901669"/>
          </a:xfrm>
          <a:prstGeom prst="roundRect">
            <a:avLst>
              <a:gd name="adj" fmla="val 15640"/>
            </a:avLst>
          </a:prstGeom>
          <a:solidFill>
            <a:srgbClr val="89E0F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</a:p>
          <a:p>
            <a:pPr algn="ctr"/>
            <a:r>
              <a:rPr lang="en-US"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k=3, s=1, p=1</a:t>
            </a:r>
          </a:p>
        </p:txBody>
      </p:sp>
      <p:sp>
        <p:nvSpPr>
          <p:cNvPr id="410" name="Google Shape;379;p22">
            <a:extLst>
              <a:ext uri="{FF2B5EF4-FFF2-40B4-BE49-F238E27FC236}">
                <a16:creationId xmlns:a16="http://schemas.microsoft.com/office/drawing/2014/main" id="{3AED6C28-5C8A-4B38-8589-39FB05363DEC}"/>
              </a:ext>
            </a:extLst>
          </p:cNvPr>
          <p:cNvSpPr/>
          <p:nvPr/>
        </p:nvSpPr>
        <p:spPr>
          <a:xfrm>
            <a:off x="25468170" y="15929936"/>
            <a:ext cx="2939406" cy="901669"/>
          </a:xfrm>
          <a:prstGeom prst="roundRect">
            <a:avLst>
              <a:gd name="adj" fmla="val 1564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Conv2d</a:t>
            </a:r>
          </a:p>
          <a:p>
            <a:pPr algn="ctr"/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k=1</a:t>
            </a:r>
            <a:r>
              <a:rPr 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, s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, p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</a:p>
          <a:p>
            <a:pPr algn="ctr"/>
            <a:r>
              <a:rPr 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=4×reg_max</a:t>
            </a:r>
            <a:endParaRPr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2" name="Google Shape;379;p22">
            <a:extLst>
              <a:ext uri="{FF2B5EF4-FFF2-40B4-BE49-F238E27FC236}">
                <a16:creationId xmlns:a16="http://schemas.microsoft.com/office/drawing/2014/main" id="{7E365F89-D433-44A1-AEF5-337A1136EE26}"/>
              </a:ext>
            </a:extLst>
          </p:cNvPr>
          <p:cNvSpPr/>
          <p:nvPr/>
        </p:nvSpPr>
        <p:spPr>
          <a:xfrm>
            <a:off x="18659880" y="15929936"/>
            <a:ext cx="2977224" cy="901669"/>
          </a:xfrm>
          <a:prstGeom prst="roundRect">
            <a:avLst>
              <a:gd name="adj" fmla="val 15640"/>
            </a:avLst>
          </a:prstGeom>
          <a:solidFill>
            <a:srgbClr val="89E0F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</a:p>
          <a:p>
            <a:pPr algn="ctr"/>
            <a:r>
              <a:rPr lang="en-US"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k=3, s=1, p=1</a:t>
            </a:r>
          </a:p>
        </p:txBody>
      </p:sp>
      <p:sp>
        <p:nvSpPr>
          <p:cNvPr id="414" name="Google Shape;379;p22">
            <a:extLst>
              <a:ext uri="{FF2B5EF4-FFF2-40B4-BE49-F238E27FC236}">
                <a16:creationId xmlns:a16="http://schemas.microsoft.com/office/drawing/2014/main" id="{BCB8E778-F008-49E6-8127-254426DEF379}"/>
              </a:ext>
            </a:extLst>
          </p:cNvPr>
          <p:cNvSpPr/>
          <p:nvPr/>
        </p:nvSpPr>
        <p:spPr>
          <a:xfrm>
            <a:off x="18659880" y="17051603"/>
            <a:ext cx="2977224" cy="901669"/>
          </a:xfrm>
          <a:prstGeom prst="roundRect">
            <a:avLst>
              <a:gd name="adj" fmla="val 15640"/>
            </a:avLst>
          </a:prstGeom>
          <a:solidFill>
            <a:srgbClr val="89E0F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</a:p>
          <a:p>
            <a:pPr algn="ctr"/>
            <a:r>
              <a:rPr lang="en-US"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k=3, s=1, p=1</a:t>
            </a:r>
          </a:p>
        </p:txBody>
      </p:sp>
      <p:sp>
        <p:nvSpPr>
          <p:cNvPr id="415" name="Google Shape;379;p22">
            <a:extLst>
              <a:ext uri="{FF2B5EF4-FFF2-40B4-BE49-F238E27FC236}">
                <a16:creationId xmlns:a16="http://schemas.microsoft.com/office/drawing/2014/main" id="{0A256AC3-89CD-4012-8012-87FE2F2F3B7D}"/>
              </a:ext>
            </a:extLst>
          </p:cNvPr>
          <p:cNvSpPr/>
          <p:nvPr/>
        </p:nvSpPr>
        <p:spPr>
          <a:xfrm>
            <a:off x="28834496" y="15929936"/>
            <a:ext cx="1338910" cy="901669"/>
          </a:xfrm>
          <a:prstGeom prst="roundRect">
            <a:avLst>
              <a:gd name="adj" fmla="val 15640"/>
            </a:avLst>
          </a:prstGeom>
          <a:solidFill>
            <a:srgbClr val="C6CFEA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 err="1">
                <a:solidFill>
                  <a:srgbClr val="4C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Bbox</a:t>
            </a:r>
            <a:r>
              <a:rPr lang="en-US" altLang="zh-CN" sz="2400" b="1" dirty="0">
                <a:solidFill>
                  <a:srgbClr val="4C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ctr"/>
            <a:r>
              <a:rPr lang="en-US" altLang="zh-CN" sz="2400" b="1" dirty="0">
                <a:solidFill>
                  <a:srgbClr val="4C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endParaRPr sz="2000" dirty="0">
              <a:solidFill>
                <a:srgbClr val="4C4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6" name="组合 235">
            <a:extLst>
              <a:ext uri="{FF2B5EF4-FFF2-40B4-BE49-F238E27FC236}">
                <a16:creationId xmlns:a16="http://schemas.microsoft.com/office/drawing/2014/main" id="{EF4D5B73-88AA-4292-AD85-631B3E5142BF}"/>
              </a:ext>
            </a:extLst>
          </p:cNvPr>
          <p:cNvGrpSpPr/>
          <p:nvPr/>
        </p:nvGrpSpPr>
        <p:grpSpPr>
          <a:xfrm>
            <a:off x="9792120" y="5713375"/>
            <a:ext cx="7864642" cy="12397695"/>
            <a:chOff x="9849270" y="5713375"/>
            <a:chExt cx="7864642" cy="12397695"/>
          </a:xfrm>
        </p:grpSpPr>
        <p:sp>
          <p:nvSpPr>
            <p:cNvPr id="351" name="Google Shape;385;p22">
              <a:extLst>
                <a:ext uri="{FF2B5EF4-FFF2-40B4-BE49-F238E27FC236}">
                  <a16:creationId xmlns:a16="http://schemas.microsoft.com/office/drawing/2014/main" id="{F85399E3-6649-4617-9C76-62FA15D10550}"/>
                </a:ext>
              </a:extLst>
            </p:cNvPr>
            <p:cNvSpPr/>
            <p:nvPr/>
          </p:nvSpPr>
          <p:spPr>
            <a:xfrm>
              <a:off x="9849270" y="5713375"/>
              <a:ext cx="7864642" cy="12397695"/>
            </a:xfrm>
            <a:prstGeom prst="roundRect">
              <a:avLst>
                <a:gd name="adj" fmla="val 1561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2" name="Google Shape;379;p22">
              <a:extLst>
                <a:ext uri="{FF2B5EF4-FFF2-40B4-BE49-F238E27FC236}">
                  <a16:creationId xmlns:a16="http://schemas.microsoft.com/office/drawing/2014/main" id="{70532BF9-E6F4-410C-A2A9-5BCABC17F44C}"/>
                </a:ext>
              </a:extLst>
            </p:cNvPr>
            <p:cNvSpPr/>
            <p:nvPr/>
          </p:nvSpPr>
          <p:spPr>
            <a:xfrm>
              <a:off x="13196773" y="6644876"/>
              <a:ext cx="3467378" cy="1199788"/>
            </a:xfrm>
            <a:prstGeom prst="roundRect">
              <a:avLst>
                <a:gd name="adj" fmla="val 9689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k=1, s=1, p=0,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c=</a:t>
              </a:r>
              <a:r>
                <a:rPr lang="en-US" altLang="zh-CN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c_out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3" name="Google Shape;953;p28">
              <a:extLst>
                <a:ext uri="{FF2B5EF4-FFF2-40B4-BE49-F238E27FC236}">
                  <a16:creationId xmlns:a16="http://schemas.microsoft.com/office/drawing/2014/main" id="{613C5DBB-DD01-4489-B2A9-FF62BEB5A2A1}"/>
                </a:ext>
              </a:extLst>
            </p:cNvPr>
            <p:cNvSpPr txBox="1"/>
            <p:nvPr/>
          </p:nvSpPr>
          <p:spPr>
            <a:xfrm>
              <a:off x="10097805" y="17013305"/>
              <a:ext cx="4118342" cy="873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altLang="zh-CN" sz="32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 =?, </a:t>
              </a:r>
              <a:r>
                <a:rPr lang="en-US" altLang="zh-CN" sz="24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  <a:p>
              <a:pPr lvl="0"/>
              <a:endParaRPr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54" name="Google Shape;379;p22">
              <a:extLst>
                <a:ext uri="{FF2B5EF4-FFF2-40B4-BE49-F238E27FC236}">
                  <a16:creationId xmlns:a16="http://schemas.microsoft.com/office/drawing/2014/main" id="{5A65E2F7-AF79-4796-A9C6-2EE9A1D9E1B9}"/>
                </a:ext>
              </a:extLst>
            </p:cNvPr>
            <p:cNvSpPr/>
            <p:nvPr/>
          </p:nvSpPr>
          <p:spPr>
            <a:xfrm>
              <a:off x="13196773" y="16185616"/>
              <a:ext cx="3467378" cy="1190786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k=1, s=1, p=0,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c=</a:t>
              </a:r>
              <a:r>
                <a:rPr lang="en-US" altLang="zh-CN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c_out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55" name="Google Shape;394;p22">
              <a:extLst>
                <a:ext uri="{FF2B5EF4-FFF2-40B4-BE49-F238E27FC236}">
                  <a16:creationId xmlns:a16="http://schemas.microsoft.com/office/drawing/2014/main" id="{FC728C79-2DF3-45EB-BE1C-69C82973A4F7}"/>
                </a:ext>
              </a:extLst>
            </p:cNvPr>
            <p:cNvCxnSpPr>
              <a:cxnSpLocks/>
              <a:stCxn id="352" idx="2"/>
              <a:endCxn id="362" idx="0"/>
            </p:cNvCxnSpPr>
            <p:nvPr/>
          </p:nvCxnSpPr>
          <p:spPr>
            <a:xfrm>
              <a:off x="14930462" y="7844669"/>
              <a:ext cx="0" cy="106370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6" name="Google Shape;394;p22">
              <a:extLst>
                <a:ext uri="{FF2B5EF4-FFF2-40B4-BE49-F238E27FC236}">
                  <a16:creationId xmlns:a16="http://schemas.microsoft.com/office/drawing/2014/main" id="{681BBE4E-B9B7-470F-96B7-8D533078D1E9}"/>
                </a:ext>
              </a:extLst>
            </p:cNvPr>
            <p:cNvCxnSpPr>
              <a:cxnSpLocks/>
              <a:stCxn id="374" idx="2"/>
            </p:cNvCxnSpPr>
            <p:nvPr/>
          </p:nvCxnSpPr>
          <p:spPr>
            <a:xfrm>
              <a:off x="14930462" y="11483293"/>
              <a:ext cx="0" cy="30908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7" name="Google Shape;394;p22">
              <a:extLst>
                <a:ext uri="{FF2B5EF4-FFF2-40B4-BE49-F238E27FC236}">
                  <a16:creationId xmlns:a16="http://schemas.microsoft.com/office/drawing/2014/main" id="{247A7F6E-6DD5-41A8-AE8F-7C98DCF217D9}"/>
                </a:ext>
              </a:extLst>
            </p:cNvPr>
            <p:cNvCxnSpPr>
              <a:cxnSpLocks/>
              <a:stCxn id="373" idx="2"/>
            </p:cNvCxnSpPr>
            <p:nvPr/>
          </p:nvCxnSpPr>
          <p:spPr>
            <a:xfrm flipH="1">
              <a:off x="14920938" y="15121912"/>
              <a:ext cx="9524" cy="1063704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8" name="连接符: 肘形 357">
              <a:extLst>
                <a:ext uri="{FF2B5EF4-FFF2-40B4-BE49-F238E27FC236}">
                  <a16:creationId xmlns:a16="http://schemas.microsoft.com/office/drawing/2014/main" id="{B1CA4711-9A4A-4C83-9B96-18CFF61944E7}"/>
                </a:ext>
              </a:extLst>
            </p:cNvPr>
            <p:cNvCxnSpPr>
              <a:cxnSpLocks/>
              <a:stCxn id="362" idx="1"/>
              <a:endCxn id="373" idx="1"/>
            </p:cNvCxnSpPr>
            <p:nvPr/>
          </p:nvCxnSpPr>
          <p:spPr>
            <a:xfrm rot="10800000" flipV="1">
              <a:off x="13196773" y="9152130"/>
              <a:ext cx="12700" cy="5726029"/>
            </a:xfrm>
            <a:prstGeom prst="bentConnector3">
              <a:avLst>
                <a:gd name="adj1" fmla="val 2250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9" name="Google Shape;394;p22">
              <a:extLst>
                <a:ext uri="{FF2B5EF4-FFF2-40B4-BE49-F238E27FC236}">
                  <a16:creationId xmlns:a16="http://schemas.microsoft.com/office/drawing/2014/main" id="{E1338734-B9CA-4B31-9D83-D12651AA0F52}"/>
                </a:ext>
              </a:extLst>
            </p:cNvPr>
            <p:cNvCxnSpPr>
              <a:cxnSpLocks/>
              <a:endCxn id="352" idx="0"/>
            </p:cNvCxnSpPr>
            <p:nvPr/>
          </p:nvCxnSpPr>
          <p:spPr>
            <a:xfrm>
              <a:off x="14924116" y="5945746"/>
              <a:ext cx="6346" cy="69913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0" name="Google Shape;953;p28">
              <a:extLst>
                <a:ext uri="{FF2B5EF4-FFF2-40B4-BE49-F238E27FC236}">
                  <a16:creationId xmlns:a16="http://schemas.microsoft.com/office/drawing/2014/main" id="{B8CB3E68-0955-41F2-A73A-31EF16AAA658}"/>
                </a:ext>
              </a:extLst>
            </p:cNvPr>
            <p:cNvSpPr txBox="1"/>
            <p:nvPr/>
          </p:nvSpPr>
          <p:spPr>
            <a:xfrm>
              <a:off x="17344871" y="11781176"/>
              <a:ext cx="311740" cy="5508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r>
                <a:rPr lang="en-US" altLang="zh-CN" sz="3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</a:p>
            <a:p>
              <a:pPr lvl="0"/>
              <a:endParaRPr sz="36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cxnSp>
          <p:nvCxnSpPr>
            <p:cNvPr id="361" name="Google Shape;394;p22">
              <a:extLst>
                <a:ext uri="{FF2B5EF4-FFF2-40B4-BE49-F238E27FC236}">
                  <a16:creationId xmlns:a16="http://schemas.microsoft.com/office/drawing/2014/main" id="{3A7944FD-D55F-4C32-95B1-C27D128E12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20937" y="17390905"/>
              <a:ext cx="6352" cy="54758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2" name="Google Shape;379;p22">
              <a:extLst>
                <a:ext uri="{FF2B5EF4-FFF2-40B4-BE49-F238E27FC236}">
                  <a16:creationId xmlns:a16="http://schemas.microsoft.com/office/drawing/2014/main" id="{CEE206D5-EB1A-4EE6-822A-8963AE21C2DB}"/>
                </a:ext>
              </a:extLst>
            </p:cNvPr>
            <p:cNvSpPr/>
            <p:nvPr/>
          </p:nvSpPr>
          <p:spPr>
            <a:xfrm>
              <a:off x="13196773" y="8908369"/>
              <a:ext cx="3467378" cy="487514"/>
            </a:xfrm>
            <a:prstGeom prst="roundRect">
              <a:avLst>
                <a:gd name="adj" fmla="val 1564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Split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64" name="Google Shape;394;p22">
              <a:extLst>
                <a:ext uri="{FF2B5EF4-FFF2-40B4-BE49-F238E27FC236}">
                  <a16:creationId xmlns:a16="http://schemas.microsoft.com/office/drawing/2014/main" id="{592B3414-64DA-4E86-A175-2D695CB74BF2}"/>
                </a:ext>
              </a:extLst>
            </p:cNvPr>
            <p:cNvCxnSpPr>
              <a:cxnSpLocks/>
              <a:stCxn id="387" idx="2"/>
              <a:endCxn id="375" idx="0"/>
            </p:cNvCxnSpPr>
            <p:nvPr/>
          </p:nvCxnSpPr>
          <p:spPr>
            <a:xfrm>
              <a:off x="14930462" y="12165905"/>
              <a:ext cx="0" cy="381093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5" name="Google Shape;394;p22">
              <a:extLst>
                <a:ext uri="{FF2B5EF4-FFF2-40B4-BE49-F238E27FC236}">
                  <a16:creationId xmlns:a16="http://schemas.microsoft.com/office/drawing/2014/main" id="{4A6BC1CB-0381-4141-A44B-776122617024}"/>
                </a:ext>
              </a:extLst>
            </p:cNvPr>
            <p:cNvCxnSpPr>
              <a:cxnSpLocks/>
              <a:stCxn id="375" idx="2"/>
              <a:endCxn id="373" idx="0"/>
            </p:cNvCxnSpPr>
            <p:nvPr/>
          </p:nvCxnSpPr>
          <p:spPr>
            <a:xfrm>
              <a:off x="14930462" y="13570698"/>
              <a:ext cx="0" cy="106370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6" name="连接符: 肘形 365">
              <a:extLst>
                <a:ext uri="{FF2B5EF4-FFF2-40B4-BE49-F238E27FC236}">
                  <a16:creationId xmlns:a16="http://schemas.microsoft.com/office/drawing/2014/main" id="{F633F5C1-7E48-4DF5-9BF8-C13F424A04CB}"/>
                </a:ext>
              </a:extLst>
            </p:cNvPr>
            <p:cNvCxnSpPr>
              <a:cxnSpLocks/>
              <a:stCxn id="374" idx="1"/>
              <a:endCxn id="373" idx="1"/>
            </p:cNvCxnSpPr>
            <p:nvPr/>
          </p:nvCxnSpPr>
          <p:spPr>
            <a:xfrm rot="10800000" flipV="1">
              <a:off x="13196773" y="10971442"/>
              <a:ext cx="12700" cy="3906717"/>
            </a:xfrm>
            <a:prstGeom prst="bentConnector3">
              <a:avLst>
                <a:gd name="adj1" fmla="val 1500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8" name="左大括号 367">
              <a:extLst>
                <a:ext uri="{FF2B5EF4-FFF2-40B4-BE49-F238E27FC236}">
                  <a16:creationId xmlns:a16="http://schemas.microsoft.com/office/drawing/2014/main" id="{14CBA43C-7261-42E5-AE15-17D258BC54DF}"/>
                </a:ext>
              </a:extLst>
            </p:cNvPr>
            <p:cNvSpPr/>
            <p:nvPr/>
          </p:nvSpPr>
          <p:spPr>
            <a:xfrm flipH="1">
              <a:off x="16680342" y="10973005"/>
              <a:ext cx="532423" cy="2170174"/>
            </a:xfrm>
            <a:prstGeom prst="leftBrace">
              <a:avLst>
                <a:gd name="adj1" fmla="val 392252"/>
                <a:gd name="adj2" fmla="val 50000"/>
              </a:avLst>
            </a:prstGeom>
            <a:ln w="19050">
              <a:solidFill>
                <a:srgbClr val="999999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7200"/>
            </a:p>
          </p:txBody>
        </p:sp>
        <p:sp>
          <p:nvSpPr>
            <p:cNvPr id="369" name="Google Shape;953;p28">
              <a:extLst>
                <a:ext uri="{FF2B5EF4-FFF2-40B4-BE49-F238E27FC236}">
                  <a16:creationId xmlns:a16="http://schemas.microsoft.com/office/drawing/2014/main" id="{01A6E860-C6B8-4F23-B681-2037FE647D18}"/>
                </a:ext>
              </a:extLst>
            </p:cNvPr>
            <p:cNvSpPr txBox="1"/>
            <p:nvPr/>
          </p:nvSpPr>
          <p:spPr>
            <a:xfrm>
              <a:off x="15055859" y="6246951"/>
              <a:ext cx="1315283" cy="2292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c_in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70" name="Google Shape;953;p28">
              <a:extLst>
                <a:ext uri="{FF2B5EF4-FFF2-40B4-BE49-F238E27FC236}">
                  <a16:creationId xmlns:a16="http://schemas.microsoft.com/office/drawing/2014/main" id="{EB3DC7F7-3AD6-4CD7-9826-6A003AACA7E8}"/>
                </a:ext>
              </a:extLst>
            </p:cNvPr>
            <p:cNvSpPr txBox="1"/>
            <p:nvPr/>
          </p:nvSpPr>
          <p:spPr>
            <a:xfrm>
              <a:off x="15031647" y="8170475"/>
              <a:ext cx="1952233" cy="3440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 err="1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c_out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72" name="Google Shape;953;p28">
              <a:extLst>
                <a:ext uri="{FF2B5EF4-FFF2-40B4-BE49-F238E27FC236}">
                  <a16:creationId xmlns:a16="http://schemas.microsoft.com/office/drawing/2014/main" id="{5AF7F654-AE9D-45EE-91DA-CC88225D0FAB}"/>
                </a:ext>
              </a:extLst>
            </p:cNvPr>
            <p:cNvSpPr txBox="1"/>
            <p:nvPr/>
          </p:nvSpPr>
          <p:spPr>
            <a:xfrm>
              <a:off x="15055853" y="9791003"/>
              <a:ext cx="1952233" cy="3440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0.5c_out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73" name="Google Shape;379;p22">
              <a:extLst>
                <a:ext uri="{FF2B5EF4-FFF2-40B4-BE49-F238E27FC236}">
                  <a16:creationId xmlns:a16="http://schemas.microsoft.com/office/drawing/2014/main" id="{3CF2AB6C-0F31-4A3D-9DF8-5D1C0A5F8784}"/>
                </a:ext>
              </a:extLst>
            </p:cNvPr>
            <p:cNvSpPr/>
            <p:nvPr/>
          </p:nvSpPr>
          <p:spPr>
            <a:xfrm>
              <a:off x="13196773" y="14634398"/>
              <a:ext cx="3467378" cy="487514"/>
            </a:xfrm>
            <a:prstGeom prst="roundRect">
              <a:avLst>
                <a:gd name="adj" fmla="val 15640"/>
              </a:avLst>
            </a:prstGeom>
            <a:solidFill>
              <a:srgbClr val="FFD03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Concat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Google Shape;379;p22">
              <a:extLst>
                <a:ext uri="{FF2B5EF4-FFF2-40B4-BE49-F238E27FC236}">
                  <a16:creationId xmlns:a16="http://schemas.microsoft.com/office/drawing/2014/main" id="{8D177E11-D1E8-4AB7-8611-38F24B81E5D1}"/>
                </a:ext>
              </a:extLst>
            </p:cNvPr>
            <p:cNvSpPr/>
            <p:nvPr/>
          </p:nvSpPr>
          <p:spPr>
            <a:xfrm>
              <a:off x="13196773" y="10459588"/>
              <a:ext cx="3467378" cy="1023700"/>
            </a:xfrm>
            <a:prstGeom prst="roundRect">
              <a:avLst>
                <a:gd name="adj" fmla="val 11918"/>
              </a:avLst>
            </a:prstGeom>
            <a:solidFill>
              <a:srgbClr val="F7C8A8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Bottleneck</a:t>
              </a:r>
            </a:p>
            <a:p>
              <a:pPr algn="ctr"/>
              <a:r>
                <a:rPr lang="en-US" altLang="zh-CN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</a:t>
              </a:r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=?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Google Shape;379;p22">
              <a:extLst>
                <a:ext uri="{FF2B5EF4-FFF2-40B4-BE49-F238E27FC236}">
                  <a16:creationId xmlns:a16="http://schemas.microsoft.com/office/drawing/2014/main" id="{FB1C459A-EF74-4F28-801E-8262C118EA08}"/>
                </a:ext>
              </a:extLst>
            </p:cNvPr>
            <p:cNvSpPr/>
            <p:nvPr/>
          </p:nvSpPr>
          <p:spPr>
            <a:xfrm>
              <a:off x="13196773" y="12546993"/>
              <a:ext cx="3467378" cy="1023700"/>
            </a:xfrm>
            <a:prstGeom prst="roundRect">
              <a:avLst>
                <a:gd name="adj" fmla="val 11918"/>
              </a:avLst>
            </a:prstGeom>
            <a:solidFill>
              <a:srgbClr val="F7C8A8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Bottleneck</a:t>
              </a:r>
            </a:p>
            <a:p>
              <a:pPr algn="ctr"/>
              <a:r>
                <a:rPr lang="en-US" altLang="zh-CN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</a:t>
              </a:r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=?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7" name="Google Shape;953;p28">
              <a:extLst>
                <a:ext uri="{FF2B5EF4-FFF2-40B4-BE49-F238E27FC236}">
                  <a16:creationId xmlns:a16="http://schemas.microsoft.com/office/drawing/2014/main" id="{EE4732A2-5EB5-4517-8FE9-C51021806B6D}"/>
                </a:ext>
              </a:extLst>
            </p:cNvPr>
            <p:cNvSpPr txBox="1"/>
            <p:nvPr/>
          </p:nvSpPr>
          <p:spPr>
            <a:xfrm>
              <a:off x="10364074" y="8839960"/>
              <a:ext cx="2994737" cy="3440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0.5c 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79" name="Google Shape;953;p28">
              <a:extLst>
                <a:ext uri="{FF2B5EF4-FFF2-40B4-BE49-F238E27FC236}">
                  <a16:creationId xmlns:a16="http://schemas.microsoft.com/office/drawing/2014/main" id="{D5548B39-D209-4E44-AE78-596756098F63}"/>
                </a:ext>
              </a:extLst>
            </p:cNvPr>
            <p:cNvSpPr txBox="1"/>
            <p:nvPr/>
          </p:nvSpPr>
          <p:spPr>
            <a:xfrm>
              <a:off x="11294435" y="10667119"/>
              <a:ext cx="1888019" cy="344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0.5c_out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82" name="Google Shape;953;p28">
              <a:extLst>
                <a:ext uri="{FF2B5EF4-FFF2-40B4-BE49-F238E27FC236}">
                  <a16:creationId xmlns:a16="http://schemas.microsoft.com/office/drawing/2014/main" id="{86A22767-EF80-4972-B908-720153AC9482}"/>
                </a:ext>
              </a:extLst>
            </p:cNvPr>
            <p:cNvSpPr txBox="1"/>
            <p:nvPr/>
          </p:nvSpPr>
          <p:spPr>
            <a:xfrm>
              <a:off x="15031647" y="12265926"/>
              <a:ext cx="1952233" cy="2822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0.5c_out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83" name="Google Shape;953;p28">
              <a:extLst>
                <a:ext uri="{FF2B5EF4-FFF2-40B4-BE49-F238E27FC236}">
                  <a16:creationId xmlns:a16="http://schemas.microsoft.com/office/drawing/2014/main" id="{41D31B9D-7DF9-45D5-9C08-B87F475E9553}"/>
                </a:ext>
              </a:extLst>
            </p:cNvPr>
            <p:cNvSpPr txBox="1"/>
            <p:nvPr/>
          </p:nvSpPr>
          <p:spPr>
            <a:xfrm>
              <a:off x="15031647" y="13973435"/>
              <a:ext cx="1952233" cy="2892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0.5c 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84" name="Google Shape;953;p28">
              <a:extLst>
                <a:ext uri="{FF2B5EF4-FFF2-40B4-BE49-F238E27FC236}">
                  <a16:creationId xmlns:a16="http://schemas.microsoft.com/office/drawing/2014/main" id="{89A15A26-FB9F-4E5C-9DA9-899F4BBBA274}"/>
                </a:ext>
              </a:extLst>
            </p:cNvPr>
            <p:cNvSpPr txBox="1"/>
            <p:nvPr/>
          </p:nvSpPr>
          <p:spPr>
            <a:xfrm>
              <a:off x="15031647" y="11525066"/>
              <a:ext cx="1952233" cy="288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0.5c 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85" name="Google Shape;953;p28">
              <a:extLst>
                <a:ext uri="{FF2B5EF4-FFF2-40B4-BE49-F238E27FC236}">
                  <a16:creationId xmlns:a16="http://schemas.microsoft.com/office/drawing/2014/main" id="{BBC89D7D-9F8C-40EC-AF6A-23A9AC332DBF}"/>
                </a:ext>
              </a:extLst>
            </p:cNvPr>
            <p:cNvSpPr txBox="1"/>
            <p:nvPr/>
          </p:nvSpPr>
          <p:spPr>
            <a:xfrm>
              <a:off x="15031653" y="15505280"/>
              <a:ext cx="2522854" cy="4085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0.5(n+2)c 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86" name="Google Shape;953;p28">
              <a:extLst>
                <a:ext uri="{FF2B5EF4-FFF2-40B4-BE49-F238E27FC236}">
                  <a16:creationId xmlns:a16="http://schemas.microsoft.com/office/drawing/2014/main" id="{41E96A32-0E07-4434-B747-004237DC0B16}"/>
                </a:ext>
              </a:extLst>
            </p:cNvPr>
            <p:cNvSpPr txBox="1"/>
            <p:nvPr/>
          </p:nvSpPr>
          <p:spPr>
            <a:xfrm>
              <a:off x="15031653" y="17523709"/>
              <a:ext cx="2038738" cy="3440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c_out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sp>
          <p:nvSpPr>
            <p:cNvPr id="387" name="Google Shape;953;p28">
              <a:extLst>
                <a:ext uri="{FF2B5EF4-FFF2-40B4-BE49-F238E27FC236}">
                  <a16:creationId xmlns:a16="http://schemas.microsoft.com/office/drawing/2014/main" id="{45577B69-9DF1-410B-9E1E-5C8A18C5EFDA}"/>
                </a:ext>
              </a:extLst>
            </p:cNvPr>
            <p:cNvSpPr txBox="1"/>
            <p:nvPr/>
          </p:nvSpPr>
          <p:spPr>
            <a:xfrm>
              <a:off x="14365653" y="11659194"/>
              <a:ext cx="1129618" cy="50670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 algn="ctr"/>
              <a:r>
                <a:rPr lang="en-US" altLang="zh-CN" sz="4400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· · ·</a:t>
              </a:r>
              <a:endParaRPr sz="44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cxnSp>
          <p:nvCxnSpPr>
            <p:cNvPr id="434" name="连接符: 肘形 433">
              <a:extLst>
                <a:ext uri="{FF2B5EF4-FFF2-40B4-BE49-F238E27FC236}">
                  <a16:creationId xmlns:a16="http://schemas.microsoft.com/office/drawing/2014/main" id="{9019A0F9-5657-46E3-A1EA-F74359CCEC59}"/>
                </a:ext>
              </a:extLst>
            </p:cNvPr>
            <p:cNvCxnSpPr>
              <a:cxnSpLocks/>
              <a:endCxn id="373" idx="1"/>
            </p:cNvCxnSpPr>
            <p:nvPr/>
          </p:nvCxnSpPr>
          <p:spPr>
            <a:xfrm rot="5400000">
              <a:off x="11536120" y="11486986"/>
              <a:ext cx="5051822" cy="1730516"/>
            </a:xfrm>
            <a:prstGeom prst="bentConnector4">
              <a:avLst>
                <a:gd name="adj1" fmla="val -52"/>
                <a:gd name="adj2" fmla="val 236503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35" name="Google Shape;953;p28">
              <a:extLst>
                <a:ext uri="{FF2B5EF4-FFF2-40B4-BE49-F238E27FC236}">
                  <a16:creationId xmlns:a16="http://schemas.microsoft.com/office/drawing/2014/main" id="{0AF63DAD-966B-4290-9B78-136DEE2F90D8}"/>
                </a:ext>
              </a:extLst>
            </p:cNvPr>
            <p:cNvSpPr txBox="1"/>
            <p:nvPr/>
          </p:nvSpPr>
          <p:spPr>
            <a:xfrm>
              <a:off x="10819798" y="9497167"/>
              <a:ext cx="2994737" cy="3440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lvl="0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h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w</a:t>
              </a: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×</a:t>
              </a:r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  <a:cs typeface="Consolas"/>
                  <a:sym typeface="Consolas"/>
                </a:rPr>
                <a:t>0.5c _out</a:t>
              </a:r>
              <a:endParaRPr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endParaRPr>
            </a:p>
          </p:txBody>
        </p:sp>
        <p:cxnSp>
          <p:nvCxnSpPr>
            <p:cNvPr id="436" name="Google Shape;394;p22">
              <a:extLst>
                <a:ext uri="{FF2B5EF4-FFF2-40B4-BE49-F238E27FC236}">
                  <a16:creationId xmlns:a16="http://schemas.microsoft.com/office/drawing/2014/main" id="{868B35FC-CAAF-4464-AD43-86407134A5E2}"/>
                </a:ext>
              </a:extLst>
            </p:cNvPr>
            <p:cNvCxnSpPr>
              <a:cxnSpLocks/>
              <a:stCxn id="362" idx="2"/>
              <a:endCxn id="374" idx="0"/>
            </p:cNvCxnSpPr>
            <p:nvPr/>
          </p:nvCxnSpPr>
          <p:spPr>
            <a:xfrm>
              <a:off x="14930462" y="9395888"/>
              <a:ext cx="0" cy="106370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DD24DF30-ACAF-4482-9846-C5A9F65EA176}"/>
              </a:ext>
            </a:extLst>
          </p:cNvPr>
          <p:cNvGrpSpPr/>
          <p:nvPr/>
        </p:nvGrpSpPr>
        <p:grpSpPr>
          <a:xfrm>
            <a:off x="22672641" y="8044763"/>
            <a:ext cx="4095452" cy="6980160"/>
            <a:chOff x="22697478" y="8188145"/>
            <a:chExt cx="4095452" cy="6980160"/>
          </a:xfrm>
        </p:grpSpPr>
        <p:sp>
          <p:nvSpPr>
            <p:cNvPr id="1238" name="Google Shape;379;p22">
              <a:extLst>
                <a:ext uri="{FF2B5EF4-FFF2-40B4-BE49-F238E27FC236}">
                  <a16:creationId xmlns:a16="http://schemas.microsoft.com/office/drawing/2014/main" id="{F196E02F-691E-41D9-A611-A2BE8A3F8285}"/>
                </a:ext>
              </a:extLst>
            </p:cNvPr>
            <p:cNvSpPr/>
            <p:nvPr/>
          </p:nvSpPr>
          <p:spPr>
            <a:xfrm>
              <a:off x="22697478" y="8188145"/>
              <a:ext cx="4095452" cy="6980160"/>
            </a:xfrm>
            <a:prstGeom prst="roundRect">
              <a:avLst>
                <a:gd name="adj" fmla="val 1798"/>
              </a:avLst>
            </a:prstGeom>
            <a:solidFill>
              <a:srgbClr val="6DB7F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endParaRPr lang="en-US" altLang="zh-CN" sz="28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0" name="Google Shape;953;p28">
              <a:extLst>
                <a:ext uri="{FF2B5EF4-FFF2-40B4-BE49-F238E27FC236}">
                  <a16:creationId xmlns:a16="http://schemas.microsoft.com/office/drawing/2014/main" id="{DAAE8BD2-757D-419D-B1C3-A970A7433B48}"/>
                </a:ext>
              </a:extLst>
            </p:cNvPr>
            <p:cNvSpPr txBox="1"/>
            <p:nvPr/>
          </p:nvSpPr>
          <p:spPr>
            <a:xfrm>
              <a:off x="23038470" y="8255883"/>
              <a:ext cx="3023982" cy="5066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algn="ctr"/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SPPF</a:t>
              </a:r>
            </a:p>
          </p:txBody>
        </p:sp>
        <p:cxnSp>
          <p:nvCxnSpPr>
            <p:cNvPr id="1241" name="Google Shape;394;p22">
              <a:extLst>
                <a:ext uri="{FF2B5EF4-FFF2-40B4-BE49-F238E27FC236}">
                  <a16:creationId xmlns:a16="http://schemas.microsoft.com/office/drawing/2014/main" id="{7E01B1C7-8CAF-4939-B6AA-A2178790C26C}"/>
                </a:ext>
              </a:extLst>
            </p:cNvPr>
            <p:cNvCxnSpPr>
              <a:cxnSpLocks/>
              <a:stCxn id="447" idx="2"/>
              <a:endCxn id="1249" idx="0"/>
            </p:cNvCxnSpPr>
            <p:nvPr/>
          </p:nvCxnSpPr>
          <p:spPr>
            <a:xfrm>
              <a:off x="24516029" y="9573979"/>
              <a:ext cx="0" cy="477049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43" name="Google Shape;394;p22">
              <a:extLst>
                <a:ext uri="{FF2B5EF4-FFF2-40B4-BE49-F238E27FC236}">
                  <a16:creationId xmlns:a16="http://schemas.microsoft.com/office/drawing/2014/main" id="{7A8CE6F7-98F4-4F4C-BC0D-C0A73F8F8D67}"/>
                </a:ext>
              </a:extLst>
            </p:cNvPr>
            <p:cNvCxnSpPr>
              <a:cxnSpLocks/>
              <a:stCxn id="1249" idx="2"/>
              <a:endCxn id="1253" idx="0"/>
            </p:cNvCxnSpPr>
            <p:nvPr/>
          </p:nvCxnSpPr>
          <p:spPr>
            <a:xfrm>
              <a:off x="24516029" y="10537784"/>
              <a:ext cx="0" cy="57991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45" name="Google Shape;394;p22">
              <a:extLst>
                <a:ext uri="{FF2B5EF4-FFF2-40B4-BE49-F238E27FC236}">
                  <a16:creationId xmlns:a16="http://schemas.microsoft.com/office/drawing/2014/main" id="{F3ADCE76-6D00-48B7-988F-FDF0ECA9E0ED}"/>
                </a:ext>
              </a:extLst>
            </p:cNvPr>
            <p:cNvCxnSpPr>
              <a:cxnSpLocks/>
              <a:stCxn id="1253" idx="2"/>
              <a:endCxn id="1258" idx="0"/>
            </p:cNvCxnSpPr>
            <p:nvPr/>
          </p:nvCxnSpPr>
          <p:spPr>
            <a:xfrm>
              <a:off x="24516029" y="11604458"/>
              <a:ext cx="0" cy="57991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48" name="Google Shape;379;p22">
              <a:extLst>
                <a:ext uri="{FF2B5EF4-FFF2-40B4-BE49-F238E27FC236}">
                  <a16:creationId xmlns:a16="http://schemas.microsoft.com/office/drawing/2014/main" id="{CEFD0DB4-CE46-405D-AC8D-B7277DE73DA1}"/>
                </a:ext>
              </a:extLst>
            </p:cNvPr>
            <p:cNvSpPr/>
            <p:nvPr/>
          </p:nvSpPr>
          <p:spPr>
            <a:xfrm>
              <a:off x="22872752" y="13251050"/>
              <a:ext cx="3286554" cy="486756"/>
            </a:xfrm>
            <a:prstGeom prst="roundRect">
              <a:avLst>
                <a:gd name="adj" fmla="val 15640"/>
              </a:avLst>
            </a:prstGeom>
            <a:solidFill>
              <a:srgbClr val="FFD03B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Concat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3" name="Google Shape;379;p22">
              <a:extLst>
                <a:ext uri="{FF2B5EF4-FFF2-40B4-BE49-F238E27FC236}">
                  <a16:creationId xmlns:a16="http://schemas.microsoft.com/office/drawing/2014/main" id="{06E44D7E-4023-4529-93ED-69058A68B53E}"/>
                </a:ext>
              </a:extLst>
            </p:cNvPr>
            <p:cNvSpPr/>
            <p:nvPr/>
          </p:nvSpPr>
          <p:spPr>
            <a:xfrm>
              <a:off x="22872752" y="11117702"/>
              <a:ext cx="3286554" cy="486756"/>
            </a:xfrm>
            <a:prstGeom prst="roundRect">
              <a:avLst>
                <a:gd name="adj" fmla="val 15640"/>
              </a:avLst>
            </a:prstGeom>
            <a:solidFill>
              <a:srgbClr val="EADCFE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MaxPool2d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8" name="Google Shape;379;p22">
              <a:extLst>
                <a:ext uri="{FF2B5EF4-FFF2-40B4-BE49-F238E27FC236}">
                  <a16:creationId xmlns:a16="http://schemas.microsoft.com/office/drawing/2014/main" id="{D8A4444F-DAD6-4412-AB14-E1AA86F2120A}"/>
                </a:ext>
              </a:extLst>
            </p:cNvPr>
            <p:cNvSpPr/>
            <p:nvPr/>
          </p:nvSpPr>
          <p:spPr>
            <a:xfrm>
              <a:off x="22872752" y="12184376"/>
              <a:ext cx="3286554" cy="486756"/>
            </a:xfrm>
            <a:prstGeom prst="roundRect">
              <a:avLst>
                <a:gd name="adj" fmla="val 15640"/>
              </a:avLst>
            </a:prstGeom>
            <a:solidFill>
              <a:srgbClr val="EADCFE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MaxPool2d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263" name="Google Shape;394;p22">
              <a:extLst>
                <a:ext uri="{FF2B5EF4-FFF2-40B4-BE49-F238E27FC236}">
                  <a16:creationId xmlns:a16="http://schemas.microsoft.com/office/drawing/2014/main" id="{5B3F0F80-BE7A-4474-888D-7CC85AB5D388}"/>
                </a:ext>
              </a:extLst>
            </p:cNvPr>
            <p:cNvCxnSpPr>
              <a:cxnSpLocks/>
              <a:stCxn id="1258" idx="2"/>
              <a:endCxn id="1248" idx="0"/>
            </p:cNvCxnSpPr>
            <p:nvPr/>
          </p:nvCxnSpPr>
          <p:spPr>
            <a:xfrm>
              <a:off x="24516029" y="12671132"/>
              <a:ext cx="0" cy="579918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3" name="Google Shape;394;p22">
              <a:extLst>
                <a:ext uri="{FF2B5EF4-FFF2-40B4-BE49-F238E27FC236}">
                  <a16:creationId xmlns:a16="http://schemas.microsoft.com/office/drawing/2014/main" id="{3424560B-E877-4C14-A3EC-D869AFE73A2B}"/>
                </a:ext>
              </a:extLst>
            </p:cNvPr>
            <p:cNvCxnSpPr>
              <a:cxnSpLocks/>
              <a:stCxn id="1248" idx="2"/>
              <a:endCxn id="456" idx="0"/>
            </p:cNvCxnSpPr>
            <p:nvPr/>
          </p:nvCxnSpPr>
          <p:spPr>
            <a:xfrm>
              <a:off x="24516029" y="13737806"/>
              <a:ext cx="0" cy="30937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6" name="Google Shape;394;p22">
              <a:extLst>
                <a:ext uri="{FF2B5EF4-FFF2-40B4-BE49-F238E27FC236}">
                  <a16:creationId xmlns:a16="http://schemas.microsoft.com/office/drawing/2014/main" id="{E0A1F5A0-CE44-4304-B1BF-2D8A364002D9}"/>
                </a:ext>
              </a:extLst>
            </p:cNvPr>
            <p:cNvCxnSpPr>
              <a:cxnSpLocks/>
              <a:endCxn id="447" idx="0"/>
            </p:cNvCxnSpPr>
            <p:nvPr/>
          </p:nvCxnSpPr>
          <p:spPr>
            <a:xfrm>
              <a:off x="24516029" y="8577147"/>
              <a:ext cx="0" cy="185942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0" name="Google Shape;398;p22">
              <a:extLst>
                <a:ext uri="{FF2B5EF4-FFF2-40B4-BE49-F238E27FC236}">
                  <a16:creationId xmlns:a16="http://schemas.microsoft.com/office/drawing/2014/main" id="{096F16CA-3E55-4D10-92CE-B0DBAF1A301C}"/>
                </a:ext>
              </a:extLst>
            </p:cNvPr>
            <p:cNvCxnSpPr>
              <a:cxnSpLocks/>
              <a:stCxn id="1249" idx="0"/>
              <a:endCxn id="1248" idx="3"/>
            </p:cNvCxnSpPr>
            <p:nvPr/>
          </p:nvCxnSpPr>
          <p:spPr>
            <a:xfrm rot="16200000" flipH="1">
              <a:off x="23615967" y="10951090"/>
              <a:ext cx="3443400" cy="1643277"/>
            </a:xfrm>
            <a:prstGeom prst="bentConnector4">
              <a:avLst>
                <a:gd name="adj1" fmla="val -6639"/>
                <a:gd name="adj2" fmla="val 127822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5" name="Google Shape;394;p22">
              <a:extLst>
                <a:ext uri="{FF2B5EF4-FFF2-40B4-BE49-F238E27FC236}">
                  <a16:creationId xmlns:a16="http://schemas.microsoft.com/office/drawing/2014/main" id="{C60FF5E1-69CA-469F-BB26-7DF60C369963}"/>
                </a:ext>
              </a:extLst>
            </p:cNvPr>
            <p:cNvCxnSpPr>
              <a:cxnSpLocks/>
            </p:cNvCxnSpPr>
            <p:nvPr/>
          </p:nvCxnSpPr>
          <p:spPr>
            <a:xfrm>
              <a:off x="24523460" y="10747244"/>
              <a:ext cx="210120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8" name="Google Shape;394;p22">
              <a:extLst>
                <a:ext uri="{FF2B5EF4-FFF2-40B4-BE49-F238E27FC236}">
                  <a16:creationId xmlns:a16="http://schemas.microsoft.com/office/drawing/2014/main" id="{7152EA29-3D9E-4495-BAA5-4CCF8277C2A9}"/>
                </a:ext>
              </a:extLst>
            </p:cNvPr>
            <p:cNvCxnSpPr>
              <a:cxnSpLocks/>
            </p:cNvCxnSpPr>
            <p:nvPr/>
          </p:nvCxnSpPr>
          <p:spPr>
            <a:xfrm>
              <a:off x="24523458" y="11840075"/>
              <a:ext cx="210120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49" name="Google Shape;379;p22">
              <a:extLst>
                <a:ext uri="{FF2B5EF4-FFF2-40B4-BE49-F238E27FC236}">
                  <a16:creationId xmlns:a16="http://schemas.microsoft.com/office/drawing/2014/main" id="{484FD585-AB00-48D5-B197-2F85AE209DB7}"/>
                </a:ext>
              </a:extLst>
            </p:cNvPr>
            <p:cNvSpPr/>
            <p:nvPr/>
          </p:nvSpPr>
          <p:spPr>
            <a:xfrm>
              <a:off x="22872752" y="10051028"/>
              <a:ext cx="3286554" cy="486756"/>
            </a:xfrm>
            <a:prstGeom prst="roundRect">
              <a:avLst>
                <a:gd name="adj" fmla="val 15640"/>
              </a:avLst>
            </a:prstGeom>
            <a:solidFill>
              <a:srgbClr val="EADCFE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MaxPool2d</a:t>
              </a:r>
              <a:endParaRPr sz="22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422" name="Google Shape;394;p22">
              <a:extLst>
                <a:ext uri="{FF2B5EF4-FFF2-40B4-BE49-F238E27FC236}">
                  <a16:creationId xmlns:a16="http://schemas.microsoft.com/office/drawing/2014/main" id="{4308255B-A025-4815-A396-55593681738C}"/>
                </a:ext>
              </a:extLst>
            </p:cNvPr>
            <p:cNvCxnSpPr>
              <a:cxnSpLocks/>
            </p:cNvCxnSpPr>
            <p:nvPr/>
          </p:nvCxnSpPr>
          <p:spPr>
            <a:xfrm>
              <a:off x="24508599" y="14858068"/>
              <a:ext cx="14860" cy="1900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47" name="Google Shape;379;p22">
              <a:extLst>
                <a:ext uri="{FF2B5EF4-FFF2-40B4-BE49-F238E27FC236}">
                  <a16:creationId xmlns:a16="http://schemas.microsoft.com/office/drawing/2014/main" id="{0A093543-7A23-4501-92CC-0B3E26B1BFC5}"/>
                </a:ext>
              </a:extLst>
            </p:cNvPr>
            <p:cNvSpPr/>
            <p:nvPr/>
          </p:nvSpPr>
          <p:spPr>
            <a:xfrm>
              <a:off x="22872752" y="8763089"/>
              <a:ext cx="3286554" cy="810890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k=1, s=1, p=0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6" name="Google Shape;379;p22">
              <a:extLst>
                <a:ext uri="{FF2B5EF4-FFF2-40B4-BE49-F238E27FC236}">
                  <a16:creationId xmlns:a16="http://schemas.microsoft.com/office/drawing/2014/main" id="{6178A05D-F8FD-4ED8-9066-72BA4A3AE1AF}"/>
                </a:ext>
              </a:extLst>
            </p:cNvPr>
            <p:cNvSpPr/>
            <p:nvPr/>
          </p:nvSpPr>
          <p:spPr>
            <a:xfrm>
              <a:off x="22872752" y="14047178"/>
              <a:ext cx="3286554" cy="810890"/>
            </a:xfrm>
            <a:prstGeom prst="roundRect">
              <a:avLst>
                <a:gd name="adj" fmla="val 15640"/>
              </a:avLst>
            </a:prstGeom>
            <a:solidFill>
              <a:srgbClr val="89E0FF"/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r>
                <a:rPr lang="en-US" altLang="zh-CN" sz="2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  <a:p>
              <a:pPr algn="ctr"/>
              <a:r>
                <a:rPr lang="en-US" sz="20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k=1, s=1, p=0</a:t>
              </a:r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462" name="连接符: 肘形 461">
            <a:extLst>
              <a:ext uri="{FF2B5EF4-FFF2-40B4-BE49-F238E27FC236}">
                <a16:creationId xmlns:a16="http://schemas.microsoft.com/office/drawing/2014/main" id="{16097869-077F-4CE0-A666-C965A16AAF64}"/>
              </a:ext>
            </a:extLst>
          </p:cNvPr>
          <p:cNvCxnSpPr>
            <a:cxnSpLocks/>
            <a:endCxn id="412" idx="1"/>
          </p:cNvCxnSpPr>
          <p:nvPr/>
        </p:nvCxnSpPr>
        <p:spPr>
          <a:xfrm rot="5400000" flipH="1" flipV="1">
            <a:off x="18209612" y="16559476"/>
            <a:ext cx="628972" cy="27156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1" name="连接符: 肘形 470">
            <a:extLst>
              <a:ext uri="{FF2B5EF4-FFF2-40B4-BE49-F238E27FC236}">
                <a16:creationId xmlns:a16="http://schemas.microsoft.com/office/drawing/2014/main" id="{EFA2CE5D-124E-4ECC-96F8-818901B15BA0}"/>
              </a:ext>
            </a:extLst>
          </p:cNvPr>
          <p:cNvCxnSpPr>
            <a:cxnSpLocks/>
            <a:endCxn id="414" idx="1"/>
          </p:cNvCxnSpPr>
          <p:nvPr/>
        </p:nvCxnSpPr>
        <p:spPr>
          <a:xfrm rot="16200000" flipH="1">
            <a:off x="18054328" y="16896886"/>
            <a:ext cx="939540" cy="271563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75" name="直接连接符 474">
            <a:extLst>
              <a:ext uri="{FF2B5EF4-FFF2-40B4-BE49-F238E27FC236}">
                <a16:creationId xmlns:a16="http://schemas.microsoft.com/office/drawing/2014/main" id="{5E48F19B-0E7E-4FE5-BE15-DC53B4EF4816}"/>
              </a:ext>
            </a:extLst>
          </p:cNvPr>
          <p:cNvCxnSpPr>
            <a:cxnSpLocks/>
          </p:cNvCxnSpPr>
          <p:nvPr/>
        </p:nvCxnSpPr>
        <p:spPr>
          <a:xfrm>
            <a:off x="18181370" y="16936362"/>
            <a:ext cx="206946" cy="0"/>
          </a:xfrm>
          <a:prstGeom prst="line">
            <a:avLst/>
          </a:prstGeom>
          <a:ln w="9525">
            <a:solidFill>
              <a:srgbClr val="4454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Google Shape;394;p22">
            <a:extLst>
              <a:ext uri="{FF2B5EF4-FFF2-40B4-BE49-F238E27FC236}">
                <a16:creationId xmlns:a16="http://schemas.microsoft.com/office/drawing/2014/main" id="{AAEE8270-BC33-40B9-8D4B-D7BC84BB90FC}"/>
              </a:ext>
            </a:extLst>
          </p:cNvPr>
          <p:cNvCxnSpPr>
            <a:cxnSpLocks/>
            <a:stCxn id="412" idx="3"/>
            <a:endCxn id="407" idx="1"/>
          </p:cNvCxnSpPr>
          <p:nvPr/>
        </p:nvCxnSpPr>
        <p:spPr>
          <a:xfrm>
            <a:off x="21637104" y="16380771"/>
            <a:ext cx="42692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35" name="Google Shape;379;p22">
            <a:extLst>
              <a:ext uri="{FF2B5EF4-FFF2-40B4-BE49-F238E27FC236}">
                <a16:creationId xmlns:a16="http://schemas.microsoft.com/office/drawing/2014/main" id="{3715ED03-4238-4D3D-AE04-71E8FCF2D34F}"/>
              </a:ext>
            </a:extLst>
          </p:cNvPr>
          <p:cNvSpPr/>
          <p:nvPr/>
        </p:nvSpPr>
        <p:spPr>
          <a:xfrm>
            <a:off x="22064025" y="17051603"/>
            <a:ext cx="2977224" cy="901669"/>
          </a:xfrm>
          <a:prstGeom prst="roundRect">
            <a:avLst>
              <a:gd name="adj" fmla="val 15640"/>
            </a:avLst>
          </a:prstGeom>
          <a:solidFill>
            <a:srgbClr val="89E0FF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</a:p>
          <a:p>
            <a:pPr algn="ctr"/>
            <a:r>
              <a:rPr lang="en-US"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k=3, s=1, p=1</a:t>
            </a:r>
          </a:p>
        </p:txBody>
      </p:sp>
      <p:sp>
        <p:nvSpPr>
          <p:cNvPr id="536" name="Google Shape;379;p22">
            <a:extLst>
              <a:ext uri="{FF2B5EF4-FFF2-40B4-BE49-F238E27FC236}">
                <a16:creationId xmlns:a16="http://schemas.microsoft.com/office/drawing/2014/main" id="{423714A5-9DCE-4FEC-8540-E4E10553B1A4}"/>
              </a:ext>
            </a:extLst>
          </p:cNvPr>
          <p:cNvSpPr/>
          <p:nvPr/>
        </p:nvSpPr>
        <p:spPr>
          <a:xfrm>
            <a:off x="25468170" y="17051603"/>
            <a:ext cx="2939406" cy="901669"/>
          </a:xfrm>
          <a:prstGeom prst="roundRect">
            <a:avLst>
              <a:gd name="adj" fmla="val 15640"/>
            </a:avLst>
          </a:prstGeom>
          <a:solidFill>
            <a:schemeClr val="accent2">
              <a:lumMod val="40000"/>
              <a:lumOff val="60000"/>
            </a:schemeClr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Conv2d</a:t>
            </a:r>
          </a:p>
          <a:p>
            <a:pPr algn="ctr"/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k=1</a:t>
            </a:r>
            <a:r>
              <a:rPr 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, s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=1</a:t>
            </a:r>
            <a:r>
              <a:rPr 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, p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</a:p>
          <a:p>
            <a:pPr algn="ctr"/>
            <a:r>
              <a:rPr lang="en-US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16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1600" dirty="0" err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</a:t>
            </a:r>
            <a:endParaRPr sz="16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9" name="Google Shape;379;p22">
            <a:extLst>
              <a:ext uri="{FF2B5EF4-FFF2-40B4-BE49-F238E27FC236}">
                <a16:creationId xmlns:a16="http://schemas.microsoft.com/office/drawing/2014/main" id="{4013014B-6498-46EF-88FB-1C6527BEF40A}"/>
              </a:ext>
            </a:extLst>
          </p:cNvPr>
          <p:cNvSpPr/>
          <p:nvPr/>
        </p:nvSpPr>
        <p:spPr>
          <a:xfrm>
            <a:off x="28834496" y="17051603"/>
            <a:ext cx="1338910" cy="901669"/>
          </a:xfrm>
          <a:prstGeom prst="roundRect">
            <a:avLst>
              <a:gd name="adj" fmla="val 15640"/>
            </a:avLst>
          </a:prstGeom>
          <a:solidFill>
            <a:srgbClr val="C6CFEA"/>
          </a:soli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2400" b="1" dirty="0" err="1">
                <a:solidFill>
                  <a:srgbClr val="4C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Cls</a:t>
            </a:r>
            <a:r>
              <a:rPr lang="en-US" altLang="zh-CN" sz="2400" b="1" dirty="0">
                <a:solidFill>
                  <a:srgbClr val="4C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 algn="ctr"/>
            <a:r>
              <a:rPr lang="en-US" altLang="zh-CN" sz="2400" b="1" dirty="0">
                <a:solidFill>
                  <a:srgbClr val="4C4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Loss</a:t>
            </a:r>
            <a:endParaRPr sz="2000" dirty="0">
              <a:solidFill>
                <a:srgbClr val="4C4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0" name="Google Shape;394;p22">
            <a:extLst>
              <a:ext uri="{FF2B5EF4-FFF2-40B4-BE49-F238E27FC236}">
                <a16:creationId xmlns:a16="http://schemas.microsoft.com/office/drawing/2014/main" id="{15D37963-7534-45C7-A8D3-E110FD0474A8}"/>
              </a:ext>
            </a:extLst>
          </p:cNvPr>
          <p:cNvCxnSpPr>
            <a:cxnSpLocks/>
            <a:stCxn id="414" idx="3"/>
            <a:endCxn id="535" idx="1"/>
          </p:cNvCxnSpPr>
          <p:nvPr/>
        </p:nvCxnSpPr>
        <p:spPr>
          <a:xfrm>
            <a:off x="21637104" y="17502438"/>
            <a:ext cx="42692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1" name="Google Shape;394;p22">
            <a:extLst>
              <a:ext uri="{FF2B5EF4-FFF2-40B4-BE49-F238E27FC236}">
                <a16:creationId xmlns:a16="http://schemas.microsoft.com/office/drawing/2014/main" id="{F20E5397-CA1B-4EFA-81FF-7F7C85925652}"/>
              </a:ext>
            </a:extLst>
          </p:cNvPr>
          <p:cNvCxnSpPr>
            <a:cxnSpLocks/>
            <a:stCxn id="535" idx="3"/>
            <a:endCxn id="536" idx="1"/>
          </p:cNvCxnSpPr>
          <p:nvPr/>
        </p:nvCxnSpPr>
        <p:spPr>
          <a:xfrm>
            <a:off x="25041249" y="17502438"/>
            <a:ext cx="42692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2" name="Google Shape;394;p22">
            <a:extLst>
              <a:ext uri="{FF2B5EF4-FFF2-40B4-BE49-F238E27FC236}">
                <a16:creationId xmlns:a16="http://schemas.microsoft.com/office/drawing/2014/main" id="{4D9E8A06-1E86-436C-9815-3760D5550351}"/>
              </a:ext>
            </a:extLst>
          </p:cNvPr>
          <p:cNvCxnSpPr>
            <a:cxnSpLocks/>
            <a:stCxn id="407" idx="3"/>
            <a:endCxn id="410" idx="1"/>
          </p:cNvCxnSpPr>
          <p:nvPr/>
        </p:nvCxnSpPr>
        <p:spPr>
          <a:xfrm>
            <a:off x="25041249" y="16380771"/>
            <a:ext cx="42692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3" name="Google Shape;394;p22">
            <a:extLst>
              <a:ext uri="{FF2B5EF4-FFF2-40B4-BE49-F238E27FC236}">
                <a16:creationId xmlns:a16="http://schemas.microsoft.com/office/drawing/2014/main" id="{8B7CD041-791A-4CD4-83E8-6913919D7C12}"/>
              </a:ext>
            </a:extLst>
          </p:cNvPr>
          <p:cNvCxnSpPr>
            <a:cxnSpLocks/>
            <a:stCxn id="410" idx="3"/>
            <a:endCxn id="415" idx="1"/>
          </p:cNvCxnSpPr>
          <p:nvPr/>
        </p:nvCxnSpPr>
        <p:spPr>
          <a:xfrm>
            <a:off x="28407576" y="16380771"/>
            <a:ext cx="42692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44" name="Google Shape;394;p22">
            <a:extLst>
              <a:ext uri="{FF2B5EF4-FFF2-40B4-BE49-F238E27FC236}">
                <a16:creationId xmlns:a16="http://schemas.microsoft.com/office/drawing/2014/main" id="{3BD3E372-F290-4677-A619-231759F3F6BE}"/>
              </a:ext>
            </a:extLst>
          </p:cNvPr>
          <p:cNvCxnSpPr>
            <a:cxnSpLocks/>
            <a:stCxn id="536" idx="3"/>
            <a:endCxn id="539" idx="1"/>
          </p:cNvCxnSpPr>
          <p:nvPr/>
        </p:nvCxnSpPr>
        <p:spPr>
          <a:xfrm>
            <a:off x="28407576" y="17502438"/>
            <a:ext cx="42692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60" name="组合 759">
            <a:extLst>
              <a:ext uri="{FF2B5EF4-FFF2-40B4-BE49-F238E27FC236}">
                <a16:creationId xmlns:a16="http://schemas.microsoft.com/office/drawing/2014/main" id="{E256B2DA-8BFD-4F51-8415-C36399A6E8A4}"/>
              </a:ext>
            </a:extLst>
          </p:cNvPr>
          <p:cNvGrpSpPr/>
          <p:nvPr/>
        </p:nvGrpSpPr>
        <p:grpSpPr>
          <a:xfrm>
            <a:off x="10017445" y="22567914"/>
            <a:ext cx="4811108" cy="1023700"/>
            <a:chOff x="780535" y="4718306"/>
            <a:chExt cx="2085552" cy="511850"/>
          </a:xfrm>
        </p:grpSpPr>
        <p:sp>
          <p:nvSpPr>
            <p:cNvPr id="761" name="Google Shape;385;p22">
              <a:extLst>
                <a:ext uri="{FF2B5EF4-FFF2-40B4-BE49-F238E27FC236}">
                  <a16:creationId xmlns:a16="http://schemas.microsoft.com/office/drawing/2014/main" id="{B7F455F7-8604-443C-88C7-614401DB8E14}"/>
                </a:ext>
              </a:extLst>
            </p:cNvPr>
            <p:cNvSpPr/>
            <p:nvPr/>
          </p:nvSpPr>
          <p:spPr>
            <a:xfrm>
              <a:off x="780535" y="4718306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shortcut=False</a:t>
              </a:r>
              <a:r>
                <a:rPr lang="en-US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zh-CN" altLang="en-US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n=3×d</a:t>
              </a:r>
              <a:endParaRPr sz="22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62" name="直接连接符 761">
              <a:extLst>
                <a:ext uri="{FF2B5EF4-FFF2-40B4-BE49-F238E27FC236}">
                  <a16:creationId xmlns:a16="http://schemas.microsoft.com/office/drawing/2014/main" id="{2BC77D7F-F3E2-4ABA-90F4-22A4A275AED9}"/>
                </a:ext>
              </a:extLst>
            </p:cNvPr>
            <p:cNvCxnSpPr>
              <a:cxnSpLocks/>
            </p:cNvCxnSpPr>
            <p:nvPr/>
          </p:nvCxnSpPr>
          <p:spPr>
            <a:xfrm>
              <a:off x="2526463" y="4718306"/>
              <a:ext cx="0" cy="508577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763" name="文本框 762">
              <a:extLst>
                <a:ext uri="{FF2B5EF4-FFF2-40B4-BE49-F238E27FC236}">
                  <a16:creationId xmlns:a16="http://schemas.microsoft.com/office/drawing/2014/main" id="{83ADD7F0-647D-4257-B20B-D2C8CC78C991}"/>
                </a:ext>
              </a:extLst>
            </p:cNvPr>
            <p:cNvSpPr txBox="1"/>
            <p:nvPr/>
          </p:nvSpPr>
          <p:spPr>
            <a:xfrm>
              <a:off x="2461698" y="4740737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12</a:t>
              </a:r>
            </a:p>
          </p:txBody>
        </p:sp>
        <p:cxnSp>
          <p:nvCxnSpPr>
            <p:cNvPr id="764" name="直接连接符 763">
              <a:extLst>
                <a:ext uri="{FF2B5EF4-FFF2-40B4-BE49-F238E27FC236}">
                  <a16:creationId xmlns:a16="http://schemas.microsoft.com/office/drawing/2014/main" id="{35697C4D-7FED-4ADC-BF39-B1A99DC97C12}"/>
                </a:ext>
              </a:extLst>
            </p:cNvPr>
            <p:cNvCxnSpPr>
              <a:cxnSpLocks/>
            </p:cNvCxnSpPr>
            <p:nvPr/>
          </p:nvCxnSpPr>
          <p:spPr>
            <a:xfrm>
              <a:off x="2528609" y="4978142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912" name="Google Shape;394;p22">
            <a:extLst>
              <a:ext uri="{FF2B5EF4-FFF2-40B4-BE49-F238E27FC236}">
                <a16:creationId xmlns:a16="http://schemas.microsoft.com/office/drawing/2014/main" id="{46ADD39F-0E13-4F27-B67F-4F85C5CCBAFE}"/>
              </a:ext>
            </a:extLst>
          </p:cNvPr>
          <p:cNvCxnSpPr>
            <a:cxnSpLocks/>
            <a:stCxn id="807" idx="2"/>
            <a:endCxn id="371" idx="1"/>
          </p:cNvCxnSpPr>
          <p:nvPr/>
        </p:nvCxnSpPr>
        <p:spPr>
          <a:xfrm>
            <a:off x="22273393" y="25119961"/>
            <a:ext cx="4063544" cy="770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379;p22">
            <a:extLst>
              <a:ext uri="{FF2B5EF4-FFF2-40B4-BE49-F238E27FC236}">
                <a16:creationId xmlns:a16="http://schemas.microsoft.com/office/drawing/2014/main" id="{4F687D12-A41E-463E-9745-119EF2F8EFCF}"/>
              </a:ext>
            </a:extLst>
          </p:cNvPr>
          <p:cNvSpPr/>
          <p:nvPr/>
        </p:nvSpPr>
        <p:spPr>
          <a:xfrm>
            <a:off x="26336937" y="30289799"/>
            <a:ext cx="4207040" cy="1023700"/>
          </a:xfrm>
          <a:prstGeom prst="roundRect">
            <a:avLst>
              <a:gd name="adj" fmla="val 15640"/>
            </a:avLst>
          </a:prstGeom>
          <a:gradFill flip="none" rotWithShape="1">
            <a:gsLst>
              <a:gs pos="0">
                <a:schemeClr val="accent6">
                  <a:lumMod val="60000"/>
                  <a:lumOff val="40000"/>
                </a:schemeClr>
              </a:gs>
              <a:gs pos="100000">
                <a:srgbClr val="FFD96E"/>
              </a:gs>
            </a:gsLst>
            <a:lin ang="2700000" scaled="1"/>
            <a:tileRect/>
          </a:gradFill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Detect</a:t>
            </a:r>
            <a:endParaRPr sz="24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5" name="Google Shape;394;p22">
            <a:extLst>
              <a:ext uri="{FF2B5EF4-FFF2-40B4-BE49-F238E27FC236}">
                <a16:creationId xmlns:a16="http://schemas.microsoft.com/office/drawing/2014/main" id="{E66086D5-E4E6-4638-B15C-2169EBB08E13}"/>
              </a:ext>
            </a:extLst>
          </p:cNvPr>
          <p:cNvCxnSpPr>
            <a:cxnSpLocks/>
            <a:stCxn id="843" idx="3"/>
            <a:endCxn id="546" idx="1"/>
          </p:cNvCxnSpPr>
          <p:nvPr/>
        </p:nvCxnSpPr>
        <p:spPr>
          <a:xfrm flipV="1">
            <a:off x="22572237" y="30801649"/>
            <a:ext cx="3764700" cy="1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804" name="组合 803">
            <a:extLst>
              <a:ext uri="{FF2B5EF4-FFF2-40B4-BE49-F238E27FC236}">
                <a16:creationId xmlns:a16="http://schemas.microsoft.com/office/drawing/2014/main" id="{694121ED-0577-43D3-95B1-52DE464CD5CC}"/>
              </a:ext>
            </a:extLst>
          </p:cNvPr>
          <p:cNvGrpSpPr/>
          <p:nvPr/>
        </p:nvGrpSpPr>
        <p:grpSpPr>
          <a:xfrm>
            <a:off x="17928722" y="24607992"/>
            <a:ext cx="4811108" cy="1026315"/>
            <a:chOff x="8243120" y="5408533"/>
            <a:chExt cx="2085552" cy="513159"/>
          </a:xfrm>
        </p:grpSpPr>
        <p:sp>
          <p:nvSpPr>
            <p:cNvPr id="805" name="Google Shape;385;p22">
              <a:extLst>
                <a:ext uri="{FF2B5EF4-FFF2-40B4-BE49-F238E27FC236}">
                  <a16:creationId xmlns:a16="http://schemas.microsoft.com/office/drawing/2014/main" id="{2001A6B7-8A46-4E46-AE4B-6F2AAB9E14B8}"/>
                </a:ext>
              </a:extLst>
            </p:cNvPr>
            <p:cNvSpPr/>
            <p:nvPr/>
          </p:nvSpPr>
          <p:spPr>
            <a:xfrm>
              <a:off x="8243120" y="5408533"/>
              <a:ext cx="2014251" cy="511850"/>
            </a:xfrm>
            <a:prstGeom prst="roundRect">
              <a:avLst>
                <a:gd name="adj" fmla="val 16667"/>
              </a:avLst>
            </a:prstGeom>
            <a:solidFill>
              <a:schemeClr val="accent4">
                <a:lumMod val="40000"/>
                <a:lumOff val="6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r>
                <a:rPr lang="en-US" altLang="zh-CN" sz="28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C2f</a:t>
              </a:r>
            </a:p>
            <a:p>
              <a:r>
                <a:rPr lang="en-US" altLang="zh-CN" sz="22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shortcut=False, </a:t>
              </a:r>
              <a:r>
                <a:rPr lang="en-US" altLang="zh-CN" sz="2200" dirty="0">
                  <a:solidFill>
                    <a:srgbClr val="0070C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n=3×d</a:t>
              </a:r>
            </a:p>
          </p:txBody>
        </p:sp>
        <p:cxnSp>
          <p:nvCxnSpPr>
            <p:cNvPr id="806" name="直接连接符 805">
              <a:extLst>
                <a:ext uri="{FF2B5EF4-FFF2-40B4-BE49-F238E27FC236}">
                  <a16:creationId xmlns:a16="http://schemas.microsoft.com/office/drawing/2014/main" id="{EB17EC47-8641-4219-ABF1-BBC5B03889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89048" y="5408533"/>
              <a:ext cx="1068" cy="508577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07" name="文本框 806">
              <a:extLst>
                <a:ext uri="{FF2B5EF4-FFF2-40B4-BE49-F238E27FC236}">
                  <a16:creationId xmlns:a16="http://schemas.microsoft.com/office/drawing/2014/main" id="{11E33150-7705-4DA9-9612-78EF66749B2E}"/>
                </a:ext>
              </a:extLst>
            </p:cNvPr>
            <p:cNvSpPr txBox="1"/>
            <p:nvPr/>
          </p:nvSpPr>
          <p:spPr>
            <a:xfrm>
              <a:off x="9924283" y="5433685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18</a:t>
              </a:r>
            </a:p>
          </p:txBody>
        </p:sp>
        <p:cxnSp>
          <p:nvCxnSpPr>
            <p:cNvPr id="808" name="直接连接符 807">
              <a:extLst>
                <a:ext uri="{FF2B5EF4-FFF2-40B4-BE49-F238E27FC236}">
                  <a16:creationId xmlns:a16="http://schemas.microsoft.com/office/drawing/2014/main" id="{1D529F9A-BCEC-445F-AA6B-26655A42626D}"/>
                </a:ext>
              </a:extLst>
            </p:cNvPr>
            <p:cNvCxnSpPr>
              <a:cxnSpLocks/>
            </p:cNvCxnSpPr>
            <p:nvPr/>
          </p:nvCxnSpPr>
          <p:spPr>
            <a:xfrm>
              <a:off x="9991194" y="5668369"/>
              <a:ext cx="270565" cy="0"/>
            </a:xfrm>
            <a:prstGeom prst="line">
              <a:avLst/>
            </a:prstGeom>
            <a:ln w="19050" cap="flat" cmpd="sng" algn="ctr">
              <a:solidFill>
                <a:srgbClr val="999999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809" name="文本框 808">
              <a:extLst>
                <a:ext uri="{FF2B5EF4-FFF2-40B4-BE49-F238E27FC236}">
                  <a16:creationId xmlns:a16="http://schemas.microsoft.com/office/drawing/2014/main" id="{6EE9C0F9-6180-462F-BB75-3B714094EF78}"/>
                </a:ext>
              </a:extLst>
            </p:cNvPr>
            <p:cNvSpPr txBox="1"/>
            <p:nvPr/>
          </p:nvSpPr>
          <p:spPr>
            <a:xfrm>
              <a:off x="9924283" y="5690859"/>
              <a:ext cx="404389" cy="2308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P4</a:t>
              </a:r>
            </a:p>
          </p:txBody>
        </p:sp>
      </p:grpSp>
      <p:sp>
        <p:nvSpPr>
          <p:cNvPr id="559" name="文本框 558">
            <a:extLst>
              <a:ext uri="{FF2B5EF4-FFF2-40B4-BE49-F238E27FC236}">
                <a16:creationId xmlns:a16="http://schemas.microsoft.com/office/drawing/2014/main" id="{C642570C-8A26-4599-861A-EE4190708D09}"/>
              </a:ext>
            </a:extLst>
          </p:cNvPr>
          <p:cNvSpPr txBox="1"/>
          <p:nvPr/>
        </p:nvSpPr>
        <p:spPr>
          <a:xfrm>
            <a:off x="18525953" y="15265777"/>
            <a:ext cx="163591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Detect</a:t>
            </a:r>
          </a:p>
        </p:txBody>
      </p:sp>
      <p:grpSp>
        <p:nvGrpSpPr>
          <p:cNvPr id="233" name="组合 232">
            <a:extLst>
              <a:ext uri="{FF2B5EF4-FFF2-40B4-BE49-F238E27FC236}">
                <a16:creationId xmlns:a16="http://schemas.microsoft.com/office/drawing/2014/main" id="{AE0B4809-E75C-4D34-AC7A-F1FB1370ABB8}"/>
              </a:ext>
            </a:extLst>
          </p:cNvPr>
          <p:cNvGrpSpPr/>
          <p:nvPr/>
        </p:nvGrpSpPr>
        <p:grpSpPr>
          <a:xfrm>
            <a:off x="20131222" y="15403827"/>
            <a:ext cx="1327657" cy="307777"/>
            <a:chOff x="19992344" y="15482508"/>
            <a:chExt cx="1327657" cy="307777"/>
          </a:xfrm>
        </p:grpSpPr>
        <p:sp>
          <p:nvSpPr>
            <p:cNvPr id="564" name="Google Shape;379;p22">
              <a:extLst>
                <a:ext uri="{FF2B5EF4-FFF2-40B4-BE49-F238E27FC236}">
                  <a16:creationId xmlns:a16="http://schemas.microsoft.com/office/drawing/2014/main" id="{3C9873DA-892C-4586-85D4-9473A186F65E}"/>
                </a:ext>
              </a:extLst>
            </p:cNvPr>
            <p:cNvSpPr/>
            <p:nvPr/>
          </p:nvSpPr>
          <p:spPr>
            <a:xfrm>
              <a:off x="19992344" y="15487853"/>
              <a:ext cx="1327657" cy="297087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sz="200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2" name="文本框 561">
              <a:extLst>
                <a:ext uri="{FF2B5EF4-FFF2-40B4-BE49-F238E27FC236}">
                  <a16:creationId xmlns:a16="http://schemas.microsoft.com/office/drawing/2014/main" id="{D0676157-C43A-4FFD-93BB-C46A3873B22F}"/>
                </a:ext>
              </a:extLst>
            </p:cNvPr>
            <p:cNvSpPr txBox="1"/>
            <p:nvPr/>
          </p:nvSpPr>
          <p:spPr>
            <a:xfrm>
              <a:off x="20045461" y="15482508"/>
              <a:ext cx="12377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 err="1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AnchorFree</a:t>
              </a:r>
              <a:endParaRPr lang="en-US" altLang="zh-CN" sz="14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4D8CEE5D-B5C5-484A-813F-8F5BA23516BF}"/>
              </a:ext>
            </a:extLst>
          </p:cNvPr>
          <p:cNvGrpSpPr/>
          <p:nvPr/>
        </p:nvGrpSpPr>
        <p:grpSpPr>
          <a:xfrm>
            <a:off x="21558849" y="15405831"/>
            <a:ext cx="1503362" cy="301438"/>
            <a:chOff x="22060969" y="15390642"/>
            <a:chExt cx="1636232" cy="308000"/>
          </a:xfrm>
        </p:grpSpPr>
        <p:sp>
          <p:nvSpPr>
            <p:cNvPr id="567" name="Google Shape;379;p22">
              <a:extLst>
                <a:ext uri="{FF2B5EF4-FFF2-40B4-BE49-F238E27FC236}">
                  <a16:creationId xmlns:a16="http://schemas.microsoft.com/office/drawing/2014/main" id="{00B67E7E-6A08-4964-9F97-32C8B670F91C}"/>
                </a:ext>
              </a:extLst>
            </p:cNvPr>
            <p:cNvSpPr/>
            <p:nvPr/>
          </p:nvSpPr>
          <p:spPr>
            <a:xfrm>
              <a:off x="22060969" y="15394299"/>
              <a:ext cx="1636232" cy="30434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9050" cap="flat" cmpd="sng">
              <a:solidFill>
                <a:srgbClr val="99999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pPr algn="ctr"/>
              <a:endParaRPr lang="en-US" altLang="zh-CN" sz="2000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0" name="文本框 569">
              <a:extLst>
                <a:ext uri="{FF2B5EF4-FFF2-40B4-BE49-F238E27FC236}">
                  <a16:creationId xmlns:a16="http://schemas.microsoft.com/office/drawing/2014/main" id="{9C109806-2901-4427-AE61-6C59A27D3D53}"/>
                </a:ext>
              </a:extLst>
            </p:cNvPr>
            <p:cNvSpPr txBox="1"/>
            <p:nvPr/>
          </p:nvSpPr>
          <p:spPr>
            <a:xfrm>
              <a:off x="22113441" y="15390642"/>
              <a:ext cx="153128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00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Assigner: TAL</a:t>
              </a:r>
            </a:p>
          </p:txBody>
        </p:sp>
      </p:grpSp>
      <p:sp>
        <p:nvSpPr>
          <p:cNvPr id="583" name="文本框 582">
            <a:extLst>
              <a:ext uri="{FF2B5EF4-FFF2-40B4-BE49-F238E27FC236}">
                <a16:creationId xmlns:a16="http://schemas.microsoft.com/office/drawing/2014/main" id="{F381EF41-D748-4CA2-AF03-22980E92218B}"/>
              </a:ext>
            </a:extLst>
          </p:cNvPr>
          <p:cNvSpPr txBox="1"/>
          <p:nvPr/>
        </p:nvSpPr>
        <p:spPr>
          <a:xfrm>
            <a:off x="3793252" y="30488479"/>
            <a:ext cx="27524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Note:</a:t>
            </a:r>
          </a:p>
          <a:p>
            <a:pPr lvl="0"/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height</a:t>
            </a: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width</a:t>
            </a:r>
            <a:r>
              <a:rPr lang="en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channel</a:t>
            </a:r>
            <a:endParaRPr lang="en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584" name="Google Shape;385;p22">
            <a:extLst>
              <a:ext uri="{FF2B5EF4-FFF2-40B4-BE49-F238E27FC236}">
                <a16:creationId xmlns:a16="http://schemas.microsoft.com/office/drawing/2014/main" id="{F0CA4D7D-6057-4BE5-A403-354B4D05D836}"/>
              </a:ext>
            </a:extLst>
          </p:cNvPr>
          <p:cNvSpPr/>
          <p:nvPr/>
        </p:nvSpPr>
        <p:spPr>
          <a:xfrm>
            <a:off x="11316721" y="3179596"/>
            <a:ext cx="989356" cy="30076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C2f</a:t>
            </a:r>
          </a:p>
        </p:txBody>
      </p:sp>
      <p:cxnSp>
        <p:nvCxnSpPr>
          <p:cNvPr id="589" name="连接符: 肘形 588">
            <a:extLst>
              <a:ext uri="{FF2B5EF4-FFF2-40B4-BE49-F238E27FC236}">
                <a16:creationId xmlns:a16="http://schemas.microsoft.com/office/drawing/2014/main" id="{E637460B-8826-42D4-81AF-2E7ED636BA79}"/>
              </a:ext>
            </a:extLst>
          </p:cNvPr>
          <p:cNvCxnSpPr>
            <a:cxnSpLocks/>
            <a:stCxn id="251" idx="4"/>
            <a:endCxn id="518" idx="0"/>
          </p:cNvCxnSpPr>
          <p:nvPr/>
        </p:nvCxnSpPr>
        <p:spPr>
          <a:xfrm rot="5400000">
            <a:off x="11331245" y="1761843"/>
            <a:ext cx="545776" cy="2292150"/>
          </a:xfrm>
          <a:prstGeom prst="bentConnector3">
            <a:avLst>
              <a:gd name="adj1" fmla="val 5232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93" name="Google Shape;379;p22">
            <a:extLst>
              <a:ext uri="{FF2B5EF4-FFF2-40B4-BE49-F238E27FC236}">
                <a16:creationId xmlns:a16="http://schemas.microsoft.com/office/drawing/2014/main" id="{5EC8133E-E432-49AC-9810-391E3C5B7C63}"/>
              </a:ext>
            </a:extLst>
          </p:cNvPr>
          <p:cNvSpPr/>
          <p:nvPr/>
        </p:nvSpPr>
        <p:spPr>
          <a:xfrm>
            <a:off x="13417481" y="2426941"/>
            <a:ext cx="402063" cy="300760"/>
          </a:xfrm>
          <a:prstGeom prst="roundRect">
            <a:avLst>
              <a:gd name="adj" fmla="val 15640"/>
            </a:avLst>
          </a:prstGeom>
          <a:solidFill>
            <a:srgbClr val="FFD03B"/>
          </a:solidFill>
          <a:ln w="19050" cap="flat" cmpd="sng">
            <a:solidFill>
              <a:srgbClr val="505F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4" name="Google Shape;379;p22">
            <a:extLst>
              <a:ext uri="{FF2B5EF4-FFF2-40B4-BE49-F238E27FC236}">
                <a16:creationId xmlns:a16="http://schemas.microsoft.com/office/drawing/2014/main" id="{A0E1EAC7-DFBD-42F7-AD64-3640B0318D9D}"/>
              </a:ext>
            </a:extLst>
          </p:cNvPr>
          <p:cNvSpPr/>
          <p:nvPr/>
        </p:nvSpPr>
        <p:spPr>
          <a:xfrm>
            <a:off x="10258129" y="3891078"/>
            <a:ext cx="402063" cy="300760"/>
          </a:xfrm>
          <a:prstGeom prst="roundRect">
            <a:avLst>
              <a:gd name="adj" fmla="val 15640"/>
            </a:avLst>
          </a:prstGeom>
          <a:solidFill>
            <a:srgbClr val="FFD03B"/>
          </a:solidFill>
          <a:ln w="19050" cap="flat" cmpd="sng">
            <a:solidFill>
              <a:srgbClr val="505F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5" name="Google Shape;379;p22">
            <a:extLst>
              <a:ext uri="{FF2B5EF4-FFF2-40B4-BE49-F238E27FC236}">
                <a16:creationId xmlns:a16="http://schemas.microsoft.com/office/drawing/2014/main" id="{5EE58F36-5F50-4B26-9B4D-F4731663441D}"/>
              </a:ext>
            </a:extLst>
          </p:cNvPr>
          <p:cNvSpPr/>
          <p:nvPr/>
        </p:nvSpPr>
        <p:spPr>
          <a:xfrm>
            <a:off x="13417481" y="3180806"/>
            <a:ext cx="402063" cy="300760"/>
          </a:xfrm>
          <a:prstGeom prst="roundRect">
            <a:avLst>
              <a:gd name="adj" fmla="val 15640"/>
            </a:avLst>
          </a:prstGeom>
          <a:solidFill>
            <a:srgbClr val="FFD03B"/>
          </a:solidFill>
          <a:ln w="19050" cap="flat" cmpd="sng">
            <a:solidFill>
              <a:srgbClr val="505F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6" name="Google Shape;385;p22">
            <a:extLst>
              <a:ext uri="{FF2B5EF4-FFF2-40B4-BE49-F238E27FC236}">
                <a16:creationId xmlns:a16="http://schemas.microsoft.com/office/drawing/2014/main" id="{6539BD39-4DB7-4A26-8203-2B5BAF31E93C}"/>
              </a:ext>
            </a:extLst>
          </p:cNvPr>
          <p:cNvSpPr/>
          <p:nvPr/>
        </p:nvSpPr>
        <p:spPr>
          <a:xfrm>
            <a:off x="14691534" y="3183022"/>
            <a:ext cx="989356" cy="30076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C2f</a:t>
            </a:r>
          </a:p>
        </p:txBody>
      </p:sp>
      <p:sp>
        <p:nvSpPr>
          <p:cNvPr id="597" name="Google Shape;385;p22">
            <a:extLst>
              <a:ext uri="{FF2B5EF4-FFF2-40B4-BE49-F238E27FC236}">
                <a16:creationId xmlns:a16="http://schemas.microsoft.com/office/drawing/2014/main" id="{557BC420-4E49-421C-9872-2A949936BD89}"/>
              </a:ext>
            </a:extLst>
          </p:cNvPr>
          <p:cNvSpPr/>
          <p:nvPr/>
        </p:nvSpPr>
        <p:spPr>
          <a:xfrm>
            <a:off x="11316721" y="3896376"/>
            <a:ext cx="989356" cy="30076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C2f</a:t>
            </a:r>
          </a:p>
        </p:txBody>
      </p:sp>
      <p:sp>
        <p:nvSpPr>
          <p:cNvPr id="598" name="Google Shape;385;p22">
            <a:extLst>
              <a:ext uri="{FF2B5EF4-FFF2-40B4-BE49-F238E27FC236}">
                <a16:creationId xmlns:a16="http://schemas.microsoft.com/office/drawing/2014/main" id="{A3ED381B-986C-4518-A13A-5D6A62BEC53E}"/>
              </a:ext>
            </a:extLst>
          </p:cNvPr>
          <p:cNvSpPr/>
          <p:nvPr/>
        </p:nvSpPr>
        <p:spPr>
          <a:xfrm>
            <a:off x="14691534" y="2432125"/>
            <a:ext cx="989356" cy="300760"/>
          </a:xfrm>
          <a:prstGeom prst="roundRect">
            <a:avLst>
              <a:gd name="adj" fmla="val 16667"/>
            </a:avLst>
          </a:prstGeom>
          <a:solidFill>
            <a:schemeClr val="accent4">
              <a:lumMod val="40000"/>
              <a:lumOff val="60000"/>
            </a:schemeClr>
          </a:solidFill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C2f</a:t>
            </a:r>
          </a:p>
        </p:txBody>
      </p:sp>
      <p:sp>
        <p:nvSpPr>
          <p:cNvPr id="251" name="椭圆 250">
            <a:extLst>
              <a:ext uri="{FF2B5EF4-FFF2-40B4-BE49-F238E27FC236}">
                <a16:creationId xmlns:a16="http://schemas.microsoft.com/office/drawing/2014/main" id="{9523D5EA-5387-4B38-AFE6-D51C6A8550D2}"/>
              </a:ext>
            </a:extLst>
          </p:cNvPr>
          <p:cNvSpPr/>
          <p:nvPr/>
        </p:nvSpPr>
        <p:spPr>
          <a:xfrm>
            <a:off x="12705358" y="2545331"/>
            <a:ext cx="89699" cy="89699"/>
          </a:xfrm>
          <a:prstGeom prst="ellipse">
            <a:avLst/>
          </a:prstGeom>
          <a:solidFill>
            <a:srgbClr val="505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5" name="连接符: 肘形 624">
            <a:extLst>
              <a:ext uri="{FF2B5EF4-FFF2-40B4-BE49-F238E27FC236}">
                <a16:creationId xmlns:a16="http://schemas.microsoft.com/office/drawing/2014/main" id="{EE35C1DE-1E82-4480-A459-25EDE2E646E8}"/>
              </a:ext>
            </a:extLst>
          </p:cNvPr>
          <p:cNvCxnSpPr>
            <a:cxnSpLocks/>
            <a:stCxn id="626" idx="4"/>
            <a:endCxn id="594" idx="0"/>
          </p:cNvCxnSpPr>
          <p:nvPr/>
        </p:nvCxnSpPr>
        <p:spPr>
          <a:xfrm rot="5400000">
            <a:off x="11347875" y="2486304"/>
            <a:ext cx="516061" cy="2293487"/>
          </a:xfrm>
          <a:prstGeom prst="bentConnector3">
            <a:avLst>
              <a:gd name="adj1" fmla="val 6169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6" name="椭圆 625">
            <a:extLst>
              <a:ext uri="{FF2B5EF4-FFF2-40B4-BE49-F238E27FC236}">
                <a16:creationId xmlns:a16="http://schemas.microsoft.com/office/drawing/2014/main" id="{21EE9BD1-1E5E-4676-9065-64AEAFF34DB5}"/>
              </a:ext>
            </a:extLst>
          </p:cNvPr>
          <p:cNvSpPr/>
          <p:nvPr/>
        </p:nvSpPr>
        <p:spPr>
          <a:xfrm>
            <a:off x="12707798" y="3285318"/>
            <a:ext cx="89699" cy="89699"/>
          </a:xfrm>
          <a:prstGeom prst="ellipse">
            <a:avLst/>
          </a:prstGeom>
          <a:solidFill>
            <a:srgbClr val="505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7" name="连接符: 肘形 626">
            <a:extLst>
              <a:ext uri="{FF2B5EF4-FFF2-40B4-BE49-F238E27FC236}">
                <a16:creationId xmlns:a16="http://schemas.microsoft.com/office/drawing/2014/main" id="{DD681FDE-693F-4821-BB8C-D2A6580C141A}"/>
              </a:ext>
            </a:extLst>
          </p:cNvPr>
          <p:cNvCxnSpPr>
            <a:cxnSpLocks/>
            <a:stCxn id="628" idx="0"/>
            <a:endCxn id="595" idx="2"/>
          </p:cNvCxnSpPr>
          <p:nvPr/>
        </p:nvCxnSpPr>
        <p:spPr>
          <a:xfrm rot="16200000" flipV="1">
            <a:off x="14778885" y="2321195"/>
            <a:ext cx="522049" cy="284279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28" name="椭圆 627">
            <a:extLst>
              <a:ext uri="{FF2B5EF4-FFF2-40B4-BE49-F238E27FC236}">
                <a16:creationId xmlns:a16="http://schemas.microsoft.com/office/drawing/2014/main" id="{2204ACF4-1BCC-43AF-A4DF-67198A10D588}"/>
              </a:ext>
            </a:extLst>
          </p:cNvPr>
          <p:cNvSpPr/>
          <p:nvPr/>
        </p:nvSpPr>
        <p:spPr>
          <a:xfrm>
            <a:off x="16416455" y="4003615"/>
            <a:ext cx="89699" cy="89699"/>
          </a:xfrm>
          <a:prstGeom prst="ellipse">
            <a:avLst/>
          </a:prstGeom>
          <a:solidFill>
            <a:srgbClr val="505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55" name="连接符: 肘形 654">
            <a:extLst>
              <a:ext uri="{FF2B5EF4-FFF2-40B4-BE49-F238E27FC236}">
                <a16:creationId xmlns:a16="http://schemas.microsoft.com/office/drawing/2014/main" id="{BA3A2272-A7DD-4F6D-BB9E-16B13E4AE6F8}"/>
              </a:ext>
            </a:extLst>
          </p:cNvPr>
          <p:cNvCxnSpPr>
            <a:cxnSpLocks/>
            <a:stCxn id="656" idx="0"/>
            <a:endCxn id="593" idx="2"/>
          </p:cNvCxnSpPr>
          <p:nvPr/>
        </p:nvCxnSpPr>
        <p:spPr>
          <a:xfrm rot="16200000" flipV="1">
            <a:off x="14757742" y="1588472"/>
            <a:ext cx="552232" cy="2830689"/>
          </a:xfrm>
          <a:prstGeom prst="bentConnector3">
            <a:avLst>
              <a:gd name="adj1" fmla="val 5574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6" name="椭圆 655">
            <a:extLst>
              <a:ext uri="{FF2B5EF4-FFF2-40B4-BE49-F238E27FC236}">
                <a16:creationId xmlns:a16="http://schemas.microsoft.com/office/drawing/2014/main" id="{5526F07E-1C4D-4B63-A576-1D5532A399B6}"/>
              </a:ext>
            </a:extLst>
          </p:cNvPr>
          <p:cNvSpPr/>
          <p:nvPr/>
        </p:nvSpPr>
        <p:spPr>
          <a:xfrm>
            <a:off x="16404352" y="3279933"/>
            <a:ext cx="89699" cy="89699"/>
          </a:xfrm>
          <a:prstGeom prst="ellipse">
            <a:avLst/>
          </a:prstGeom>
          <a:solidFill>
            <a:srgbClr val="505F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1" name="Google Shape;379;p22">
            <a:extLst>
              <a:ext uri="{FF2B5EF4-FFF2-40B4-BE49-F238E27FC236}">
                <a16:creationId xmlns:a16="http://schemas.microsoft.com/office/drawing/2014/main" id="{ACAE8277-7315-4AAC-A110-CF13E25215BE}"/>
              </a:ext>
            </a:extLst>
          </p:cNvPr>
          <p:cNvSpPr/>
          <p:nvPr/>
        </p:nvSpPr>
        <p:spPr>
          <a:xfrm>
            <a:off x="11606277" y="2779535"/>
            <a:ext cx="402063" cy="300760"/>
          </a:xfrm>
          <a:prstGeom prst="roundRect">
            <a:avLst>
              <a:gd name="adj" fmla="val 15640"/>
            </a:avLst>
          </a:prstGeom>
          <a:solidFill>
            <a:srgbClr val="A8D973"/>
          </a:solidFill>
          <a:ln w="19050" cap="flat" cmpd="sng">
            <a:solidFill>
              <a:srgbClr val="505F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endParaRPr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BE1F1F99-C72C-4F5E-88B8-88660E310A95}"/>
              </a:ext>
            </a:extLst>
          </p:cNvPr>
          <p:cNvGrpSpPr/>
          <p:nvPr/>
        </p:nvGrpSpPr>
        <p:grpSpPr>
          <a:xfrm>
            <a:off x="14691534" y="3538061"/>
            <a:ext cx="989356" cy="330586"/>
            <a:chOff x="12340757" y="3491036"/>
            <a:chExt cx="823734" cy="283141"/>
          </a:xfrm>
        </p:grpSpPr>
        <p:sp>
          <p:nvSpPr>
            <p:cNvPr id="585" name="Google Shape;385;p22">
              <a:extLst>
                <a:ext uri="{FF2B5EF4-FFF2-40B4-BE49-F238E27FC236}">
                  <a16:creationId xmlns:a16="http://schemas.microsoft.com/office/drawing/2014/main" id="{93D8E037-641E-4EB2-AA23-EABC8BA12F96}"/>
                </a:ext>
              </a:extLst>
            </p:cNvPr>
            <p:cNvSpPr/>
            <p:nvPr/>
          </p:nvSpPr>
          <p:spPr>
            <a:xfrm>
              <a:off x="12340757" y="3516582"/>
              <a:ext cx="823734" cy="257595"/>
            </a:xfrm>
            <a:prstGeom prst="roundRect">
              <a:avLst>
                <a:gd name="adj" fmla="val 16667"/>
              </a:avLst>
            </a:prstGeom>
            <a:solidFill>
              <a:srgbClr val="89E0FF"/>
            </a:solidFill>
            <a:ln w="19050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endPara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7" name="文本框 586">
              <a:extLst>
                <a:ext uri="{FF2B5EF4-FFF2-40B4-BE49-F238E27FC236}">
                  <a16:creationId xmlns:a16="http://schemas.microsoft.com/office/drawing/2014/main" id="{26C16BD0-3AC1-4A7D-9ABD-39968DCCEFB1}"/>
                </a:ext>
              </a:extLst>
            </p:cNvPr>
            <p:cNvSpPr txBox="1"/>
            <p:nvPr/>
          </p:nvSpPr>
          <p:spPr>
            <a:xfrm>
              <a:off x="12364948" y="3491036"/>
              <a:ext cx="771499" cy="263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</p:txBody>
        </p:sp>
      </p:grpSp>
      <p:sp>
        <p:nvSpPr>
          <p:cNvPr id="592" name="Google Shape;379;p22">
            <a:extLst>
              <a:ext uri="{FF2B5EF4-FFF2-40B4-BE49-F238E27FC236}">
                <a16:creationId xmlns:a16="http://schemas.microsoft.com/office/drawing/2014/main" id="{64C6A8EA-CA20-4C74-84CB-E66FA229DBC1}"/>
              </a:ext>
            </a:extLst>
          </p:cNvPr>
          <p:cNvSpPr/>
          <p:nvPr/>
        </p:nvSpPr>
        <p:spPr>
          <a:xfrm>
            <a:off x="11615025" y="3537986"/>
            <a:ext cx="402063" cy="300760"/>
          </a:xfrm>
          <a:prstGeom prst="roundRect">
            <a:avLst>
              <a:gd name="adj" fmla="val 15640"/>
            </a:avLst>
          </a:prstGeom>
          <a:solidFill>
            <a:srgbClr val="A8D973"/>
          </a:solidFill>
          <a:ln w="19050" cap="flat" cmpd="sng">
            <a:solidFill>
              <a:srgbClr val="505F7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5036" tIns="195036" rIns="195036" bIns="195036" anchor="ctr" anchorCtr="0">
            <a:noAutofit/>
          </a:bodyPr>
          <a:lstStyle/>
          <a:p>
            <a:pPr algn="ctr"/>
            <a:r>
              <a: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endParaRPr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03" name="组合 602">
            <a:extLst>
              <a:ext uri="{FF2B5EF4-FFF2-40B4-BE49-F238E27FC236}">
                <a16:creationId xmlns:a16="http://schemas.microsoft.com/office/drawing/2014/main" id="{4947A500-1D23-4790-870C-79BDDB707A0B}"/>
              </a:ext>
            </a:extLst>
          </p:cNvPr>
          <p:cNvGrpSpPr/>
          <p:nvPr/>
        </p:nvGrpSpPr>
        <p:grpSpPr>
          <a:xfrm>
            <a:off x="14691534" y="2777829"/>
            <a:ext cx="989356" cy="330586"/>
            <a:chOff x="12340757" y="3491036"/>
            <a:chExt cx="823734" cy="283141"/>
          </a:xfrm>
        </p:grpSpPr>
        <p:sp>
          <p:nvSpPr>
            <p:cNvPr id="612" name="Google Shape;385;p22">
              <a:extLst>
                <a:ext uri="{FF2B5EF4-FFF2-40B4-BE49-F238E27FC236}">
                  <a16:creationId xmlns:a16="http://schemas.microsoft.com/office/drawing/2014/main" id="{8D4A89CD-D1F7-42BB-9739-A02BAF259F00}"/>
                </a:ext>
              </a:extLst>
            </p:cNvPr>
            <p:cNvSpPr/>
            <p:nvPr/>
          </p:nvSpPr>
          <p:spPr>
            <a:xfrm>
              <a:off x="12340757" y="3516582"/>
              <a:ext cx="823734" cy="257595"/>
            </a:xfrm>
            <a:prstGeom prst="roundRect">
              <a:avLst>
                <a:gd name="adj" fmla="val 16667"/>
              </a:avLst>
            </a:prstGeom>
            <a:solidFill>
              <a:srgbClr val="89E0FF"/>
            </a:solidFill>
            <a:ln w="19050" cap="flat" cmpd="sng">
              <a:solidFill>
                <a:srgbClr val="44546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95036" tIns="195036" rIns="195036" bIns="195036" anchor="ctr" anchorCtr="0">
              <a:noAutofit/>
            </a:bodyPr>
            <a:lstStyle/>
            <a:p>
              <a:endParaRPr lang="en-US" altLang="zh-CN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3" name="文本框 612">
              <a:extLst>
                <a:ext uri="{FF2B5EF4-FFF2-40B4-BE49-F238E27FC236}">
                  <a16:creationId xmlns:a16="http://schemas.microsoft.com/office/drawing/2014/main" id="{4B344F0C-91A6-4343-BAB5-C5E6ED92C659}"/>
                </a:ext>
              </a:extLst>
            </p:cNvPr>
            <p:cNvSpPr txBox="1"/>
            <p:nvPr/>
          </p:nvSpPr>
          <p:spPr>
            <a:xfrm>
              <a:off x="12364948" y="3491036"/>
              <a:ext cx="771499" cy="263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Conv</a:t>
              </a:r>
            </a:p>
          </p:txBody>
        </p:sp>
      </p:grpSp>
      <p:sp>
        <p:nvSpPr>
          <p:cNvPr id="442" name="Google Shape;953;p28">
            <a:extLst>
              <a:ext uri="{FF2B5EF4-FFF2-40B4-BE49-F238E27FC236}">
                <a16:creationId xmlns:a16="http://schemas.microsoft.com/office/drawing/2014/main" id="{0862FE56-F092-4523-8A35-A73CCC4A5D30}"/>
              </a:ext>
            </a:extLst>
          </p:cNvPr>
          <p:cNvSpPr txBox="1"/>
          <p:nvPr/>
        </p:nvSpPr>
        <p:spPr>
          <a:xfrm>
            <a:off x="20636016" y="9961304"/>
            <a:ext cx="1315283" cy="22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443" name="Google Shape;953;p28">
            <a:extLst>
              <a:ext uri="{FF2B5EF4-FFF2-40B4-BE49-F238E27FC236}">
                <a16:creationId xmlns:a16="http://schemas.microsoft.com/office/drawing/2014/main" id="{C1BEEE74-6FDA-4954-9AC6-80E6506EEEBF}"/>
              </a:ext>
            </a:extLst>
          </p:cNvPr>
          <p:cNvSpPr txBox="1"/>
          <p:nvPr/>
        </p:nvSpPr>
        <p:spPr>
          <a:xfrm>
            <a:off x="18959301" y="11192240"/>
            <a:ext cx="1315283" cy="22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444" name="Google Shape;953;p28">
            <a:extLst>
              <a:ext uri="{FF2B5EF4-FFF2-40B4-BE49-F238E27FC236}">
                <a16:creationId xmlns:a16="http://schemas.microsoft.com/office/drawing/2014/main" id="{17E3559C-BC30-44E6-8323-399525E2E4E1}"/>
              </a:ext>
            </a:extLst>
          </p:cNvPr>
          <p:cNvSpPr txBox="1"/>
          <p:nvPr/>
        </p:nvSpPr>
        <p:spPr>
          <a:xfrm>
            <a:off x="20636016" y="11035612"/>
            <a:ext cx="1315283" cy="22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445" name="Google Shape;953;p28">
            <a:extLst>
              <a:ext uri="{FF2B5EF4-FFF2-40B4-BE49-F238E27FC236}">
                <a16:creationId xmlns:a16="http://schemas.microsoft.com/office/drawing/2014/main" id="{BA5C24FB-8683-45C4-A8E9-229F14EE60F4}"/>
              </a:ext>
            </a:extLst>
          </p:cNvPr>
          <p:cNvSpPr txBox="1"/>
          <p:nvPr/>
        </p:nvSpPr>
        <p:spPr>
          <a:xfrm>
            <a:off x="20636016" y="8812540"/>
            <a:ext cx="1315283" cy="22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446" name="Google Shape;953;p28">
            <a:extLst>
              <a:ext uri="{FF2B5EF4-FFF2-40B4-BE49-F238E27FC236}">
                <a16:creationId xmlns:a16="http://schemas.microsoft.com/office/drawing/2014/main" id="{0506BCBF-EFA3-4DC7-9EA6-A286800585B0}"/>
              </a:ext>
            </a:extLst>
          </p:cNvPr>
          <p:cNvSpPr txBox="1"/>
          <p:nvPr/>
        </p:nvSpPr>
        <p:spPr>
          <a:xfrm>
            <a:off x="20647881" y="12499128"/>
            <a:ext cx="1315283" cy="22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448" name="Google Shape;953;p28">
            <a:extLst>
              <a:ext uri="{FF2B5EF4-FFF2-40B4-BE49-F238E27FC236}">
                <a16:creationId xmlns:a16="http://schemas.microsoft.com/office/drawing/2014/main" id="{4EDE2209-874F-471E-87E3-B70CD9C45387}"/>
              </a:ext>
            </a:extLst>
          </p:cNvPr>
          <p:cNvSpPr txBox="1"/>
          <p:nvPr/>
        </p:nvSpPr>
        <p:spPr>
          <a:xfrm>
            <a:off x="20647881" y="14752220"/>
            <a:ext cx="1662000" cy="22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  <p:sp>
        <p:nvSpPr>
          <p:cNvPr id="449" name="Google Shape;953;p28">
            <a:extLst>
              <a:ext uri="{FF2B5EF4-FFF2-40B4-BE49-F238E27FC236}">
                <a16:creationId xmlns:a16="http://schemas.microsoft.com/office/drawing/2014/main" id="{002C3A60-FD95-4C77-A990-2E18A320FF27}"/>
              </a:ext>
            </a:extLst>
          </p:cNvPr>
          <p:cNvSpPr txBox="1"/>
          <p:nvPr/>
        </p:nvSpPr>
        <p:spPr>
          <a:xfrm>
            <a:off x="20647881" y="13662012"/>
            <a:ext cx="1662000" cy="229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h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w</a:t>
            </a:r>
            <a:r>
              <a:rPr lang="en-US" altLang="zh-CN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  <a:sym typeface="Consolas"/>
              </a:rPr>
              <a:t>c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30227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38499</TotalTime>
  <Words>913</Words>
  <Application>Microsoft Office PowerPoint</Application>
  <PresentationFormat>Custom</PresentationFormat>
  <Paragraphs>256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等线</vt:lpstr>
      <vt:lpstr>微软雅黑</vt:lpstr>
      <vt:lpstr>Arial</vt:lpstr>
      <vt:lpstr>Calibri</vt:lpstr>
      <vt:lpstr>Calibri Light</vt:lpstr>
      <vt:lpstr>Century Gothic</vt:lpstr>
      <vt:lpstr>Noto Sans S Chinese Regular</vt:lpstr>
      <vt:lpstr>得意黑</vt:lpstr>
      <vt:lpstr>Office 主题​​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KingRange</dc:creator>
  <cp:lastModifiedBy>04 Chu</cp:lastModifiedBy>
  <cp:revision>743</cp:revision>
  <dcterms:created xsi:type="dcterms:W3CDTF">2022-09-02T11:26:28Z</dcterms:created>
  <dcterms:modified xsi:type="dcterms:W3CDTF">2025-10-17T03:04:54Z</dcterms:modified>
</cp:coreProperties>
</file>